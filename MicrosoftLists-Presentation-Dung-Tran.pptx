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heme/theme2.xml" ContentType="application/vnd.openxmlformats-officedocument.theme+xml"/>
  <Override PartName="/ppt/tags/tag2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8.xml" ContentType="application/vnd.openxmlformats-officedocument.presentationml.tags+xml"/>
  <Override PartName="/ppt/notesSlides/notesSlide3.xml" ContentType="application/vnd.openxmlformats-officedocument.presentationml.notesSlide+xml"/>
  <Override PartName="/ppt/tags/tag29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tags/tag30.xml" ContentType="application/vnd.openxmlformats-officedocument.presentationml.tags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46"/>
  </p:notesMasterIdLst>
  <p:sldIdLst>
    <p:sldId id="290" r:id="rId2"/>
    <p:sldId id="331" r:id="rId3"/>
    <p:sldId id="294" r:id="rId4"/>
    <p:sldId id="2145705951" r:id="rId5"/>
    <p:sldId id="2145705925" r:id="rId6"/>
    <p:sldId id="2145705952" r:id="rId7"/>
    <p:sldId id="2145705988" r:id="rId8"/>
    <p:sldId id="2145706025" r:id="rId9"/>
    <p:sldId id="2145706052" r:id="rId10"/>
    <p:sldId id="2145706005" r:id="rId11"/>
    <p:sldId id="2145706026" r:id="rId12"/>
    <p:sldId id="2145706028" r:id="rId13"/>
    <p:sldId id="2145705990" r:id="rId14"/>
    <p:sldId id="2145705991" r:id="rId15"/>
    <p:sldId id="2145705978" r:id="rId16"/>
    <p:sldId id="2145706029" r:id="rId17"/>
    <p:sldId id="2145706031" r:id="rId18"/>
    <p:sldId id="2145706030" r:id="rId19"/>
    <p:sldId id="2145706036" r:id="rId20"/>
    <p:sldId id="2145706037" r:id="rId21"/>
    <p:sldId id="2145706033" r:id="rId22"/>
    <p:sldId id="2145706034" r:id="rId23"/>
    <p:sldId id="2145706035" r:id="rId24"/>
    <p:sldId id="2145706038" r:id="rId25"/>
    <p:sldId id="2145706049" r:id="rId26"/>
    <p:sldId id="2145706039" r:id="rId27"/>
    <p:sldId id="2145706012" r:id="rId28"/>
    <p:sldId id="2145706040" r:id="rId29"/>
    <p:sldId id="2145706041" r:id="rId30"/>
    <p:sldId id="2145706051" r:id="rId31"/>
    <p:sldId id="2145706011" r:id="rId32"/>
    <p:sldId id="2145706050" r:id="rId33"/>
    <p:sldId id="2145706013" r:id="rId34"/>
    <p:sldId id="2145706042" r:id="rId35"/>
    <p:sldId id="2145706043" r:id="rId36"/>
    <p:sldId id="2145706016" r:id="rId37"/>
    <p:sldId id="2145706044" r:id="rId38"/>
    <p:sldId id="2145706045" r:id="rId39"/>
    <p:sldId id="2145706014" r:id="rId40"/>
    <p:sldId id="2145706046" r:id="rId41"/>
    <p:sldId id="2145706047" r:id="rId42"/>
    <p:sldId id="2145706015" r:id="rId43"/>
    <p:sldId id="2145706048" r:id="rId44"/>
    <p:sldId id="2145706004" r:id="rId45"/>
  </p:sldIdLst>
  <p:sldSz cx="18288000" cy="10287000"/>
  <p:notesSz cx="6858000" cy="9144000"/>
  <p:embeddedFontLst>
    <p:embeddedFont>
      <p:font typeface="Cascadia Mono" panose="020B0609020000020004" pitchFamily="49" charset="0"/>
      <p:regular r:id="rId47"/>
      <p:bold r:id="rId48"/>
      <p:italic r:id="rId49"/>
      <p:boldItalic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otes" id="{22A221C9-5B71-4357-B92B-47EC9E1F1A43}">
          <p14:sldIdLst/>
        </p14:section>
        <p14:section name="Slide examples" id="{92C1AA63-312F-4789-8247-203676534D38}">
          <p14:sldIdLst>
            <p14:sldId id="290"/>
            <p14:sldId id="331"/>
            <p14:sldId id="294"/>
            <p14:sldId id="2145705951"/>
            <p14:sldId id="2145705925"/>
            <p14:sldId id="2145705952"/>
            <p14:sldId id="2145705988"/>
            <p14:sldId id="2145706025"/>
            <p14:sldId id="2145706052"/>
            <p14:sldId id="2145706005"/>
            <p14:sldId id="2145706026"/>
            <p14:sldId id="2145706028"/>
            <p14:sldId id="2145705990"/>
            <p14:sldId id="2145705991"/>
            <p14:sldId id="2145705978"/>
            <p14:sldId id="2145706029"/>
            <p14:sldId id="2145706031"/>
            <p14:sldId id="2145706030"/>
            <p14:sldId id="2145706036"/>
            <p14:sldId id="2145706037"/>
            <p14:sldId id="2145706033"/>
            <p14:sldId id="2145706034"/>
            <p14:sldId id="2145706035"/>
            <p14:sldId id="2145706038"/>
            <p14:sldId id="2145706049"/>
            <p14:sldId id="2145706039"/>
            <p14:sldId id="2145706012"/>
            <p14:sldId id="2145706040"/>
            <p14:sldId id="2145706041"/>
            <p14:sldId id="2145706051"/>
            <p14:sldId id="2145706011"/>
            <p14:sldId id="2145706050"/>
            <p14:sldId id="2145706013"/>
            <p14:sldId id="2145706042"/>
            <p14:sldId id="2145706043"/>
            <p14:sldId id="2145706016"/>
            <p14:sldId id="2145706044"/>
            <p14:sldId id="2145706045"/>
            <p14:sldId id="2145706014"/>
            <p14:sldId id="2145706046"/>
            <p14:sldId id="2145706047"/>
            <p14:sldId id="2145706015"/>
            <p14:sldId id="2145706048"/>
            <p14:sldId id="2145706004"/>
          </p14:sldIdLst>
        </p14:section>
        <p14:section name="Default Section" id="{4A2A6805-F643-43CA-A264-483E695524C1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3464" autoAdjust="0"/>
  </p:normalViewPr>
  <p:slideViewPr>
    <p:cSldViewPr>
      <p:cViewPr>
        <p:scale>
          <a:sx n="50" d="100"/>
          <a:sy n="50" d="100"/>
        </p:scale>
        <p:origin x="725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F3D95-C6A4-4231-825D-6C7EF1D6A15A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C2FD7-E7E2-4303-A14F-1AE6540A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712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CH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3564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817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96698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2348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Dashboard Screen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information of a user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da-DK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da-DK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 </a:t>
            </a:r>
            <a:r>
              <a:rPr lang="da-DK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da-DK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da-DK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r>
              <a:rPr lang="da-DK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DungTran910@live.com</a:t>
            </a:r>
            <a:endParaRPr lang="da-DK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Avatar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FirstName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Company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AccountStatus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Account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lists created by a user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Color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ListStatus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UpdatedAt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List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Account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CreatedBy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UpdatedAt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favorite lists of a user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Color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ListStatus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FavoriteList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fl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fl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UpdatedAt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9262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Dashboard Screen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information of a user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da-DK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da-DK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 </a:t>
            </a:r>
            <a:r>
              <a:rPr lang="da-DK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da-DK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da-DK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r>
              <a:rPr lang="da-DK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DungTran910@live.com</a:t>
            </a:r>
            <a:endParaRPr lang="da-DK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Avatar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FirstName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Company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AccountStatus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Account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lists created by a user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Color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ListStatus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UpdatedAt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List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Account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CreatedBy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UpdatedAt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favorite lists of a user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Color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ListStatus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FavoriteList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fl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fl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UpdatedAt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6863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Dashboard Screen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information of a user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da-DK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da-DK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 </a:t>
            </a:r>
            <a:r>
              <a:rPr lang="da-DK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da-DK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da-DK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r>
              <a:rPr lang="da-DK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DungTran910@live.com</a:t>
            </a:r>
            <a:endParaRPr lang="da-DK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Avatar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FirstName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Company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AccountStatus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Account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lists created by a user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Color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ListStatus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UpdatedAt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List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Account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CreatedBy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UpdatedAt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favorite lists of a user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Color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ListStatus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FavoriteList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fl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fl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UpdatedAt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86169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655DA-FFB3-CD96-49C7-13E5BD21E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FD26C4-EB8E-F90B-B6B1-637DEBE50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10F57F-EAD8-D5E8-5D44-20FF564AF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38117-AC65-D396-6A73-AA306EAD63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1145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Dashboard Screen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information of a user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da-DK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da-DK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 </a:t>
            </a:r>
            <a:r>
              <a:rPr lang="da-DK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da-DK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da-DK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r>
              <a:rPr lang="da-DK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DungTran910@live.com</a:t>
            </a:r>
            <a:endParaRPr lang="da-DK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Avatar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FirstName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Company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AccountStatus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Account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lists created by a user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Color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ListStatus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UpdatedAt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List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Account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CreatedBy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UpdatedAt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favorite lists of a user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Color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ListStatus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FavoriteList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fl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fl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UpdatedAt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7517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Create List From List Type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HeaderImage of a specific list type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HeaderImage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ListType lt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workspaces of a specific user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w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WorkspaceId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WorkspaceName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wm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UserId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WorkspaceMember wm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Workspace w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wm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WorkspaceId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wm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wm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5363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 Create List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list types 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Title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[Description]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ListType lt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63600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Create List From List Type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HeaderImage of a specific list type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HeaderImage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ListType lt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workspaces of a specific user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w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WorkspaceId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WorkspaceName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wm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UserId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WorkspaceMember wm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Workspace w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wm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WorkspaceId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wm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wm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32042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 Create List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providers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ProviderName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TemplateProvider tp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templates of a specific provider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ProviderName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Title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[Description]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HeaderImage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TemplateProvider tp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ListTemplate lt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ProviderId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20627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 Create List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providers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ProviderName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TemplateProvider tp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templates of a specific provider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ProviderName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Title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[Description]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HeaderImage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TemplateProvider tp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ListTemplate lt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ProviderId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90155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Create List From Template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basic information of a specific template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Title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Summary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Feature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ListTemplate lt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sample data of a specific template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tcol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colId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tcol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trow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rowid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tcell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CellValue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tcol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ListTemplateId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TemplateColumn tcol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SystemDataType sdt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tcol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SystemDataTypeId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TemplateSampleRow trow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tcol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ListTemplateId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trow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ListTemplateId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TemplateSampleCell tcell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tcol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tcell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TemplateColumnId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trow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tcell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TemplateSampleRowId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tcol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ListTemplateId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91772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Create List From Template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basic information of a specific template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Title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Summary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Feature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ListTemplate lt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sample data of a specific template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tcol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colId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tcol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trow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rowid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tcell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CellValue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tcol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ListTemplateId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TemplateColumn tcol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SystemDataType sdt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tcol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SystemDataTypeId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TemplateSampleRow trow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tcol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ListTemplateId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trow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ListTemplateId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TemplateSampleCell tcell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tcol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tcell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TemplateColumnId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trow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tcell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TemplateSampleRowId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tcol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ListTemplateId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77600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Create List From Template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views of a template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ViewTypeId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SettingKey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GroupByColumnId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RawValue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TemplateView tv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ViewType vt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TemplateViewSetting tvs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TemplateViewId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ViewTypeSetting vts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ViewTypeSettingId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ViewSetting vs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ViewSettingId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ListTemplateId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DisplayOrder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columns of a template and their setting value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TemplateColumn tc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SystemDataType sdt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SystemDataTypeId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TemplateColumnSettingValue tcsv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TemplateColumnId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DataTypeSettingKey dtsk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DataTypeSettingKeyId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KeySetting ks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KeySettingId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ListTemplateId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DisplayOrder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column setting object of needed columns (choice)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DisplayColor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DisplayOrder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ListColumnSettingObject lcso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TemplateColumn tc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'TEMPLATE'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ListTemplateId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72543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Create List From Template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views of a template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ViewTypeId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SettingKey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GroupByColumnId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RawValue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TemplateView tv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ViewType vt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TemplateViewSetting tvs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TemplateViewId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ViewTypeSetting vts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ViewTypeSettingId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ViewSetting vs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ViewSettingId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ListTemplateId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DisplayOrder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columns of a template and their setting value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TemplateColumn tc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SystemDataType sdt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SystemDataTypeId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TemplateColumnSettingValue tcsv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TemplateColumnId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DataTypeSettingKey dtsk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DataTypeSettingKeyId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KeySetting ks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KeySettingId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ListTemplateId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DisplayOrder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column setting object of needed columns (choice)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DisplayColor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DisplayOrder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ListColumnSettingObject lcso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TemplateColumn tc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'TEMPLATE'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ListTemplateId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11043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746D8-A98D-E58D-9049-DD11AE3E1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8D687-1A89-2E5F-24AF-3DB635F0B4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159022-9C4B-D2E4-03CC-97759A0ECF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List Management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data of a specific list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ColumnId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ColumnIcon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ColumnName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ColumnName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RowId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lcvl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[Value]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CellValue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ListDynamicColumn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ListRow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lr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ListCellValue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lcvl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lcvl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ListColumnId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lcvl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ListRowId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SystemDataType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SystemDataTypeId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DisplayOrder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DisplayOrder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column setting object of needed columns (choice)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ListDynamicColumnId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DisplayColor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DisplayOrder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ListColumnSettingObject lcso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ListDynamicColumn ldc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ldc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'LIST'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LDC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datatype settings of a specific column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KeySetting ks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DataTypeSettingKey dtsk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ListColumnSettingValue lcsv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DataTypeSettingKeyId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views of a specific list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ListView lv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ViewType vt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DisplayOrder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view settings of a specific list view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SettingKey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ListViewId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GroupByColumnId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RawValue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ViewSetting vs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ViewTypeSetting vts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ListViewSetting lvs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ViewTypeSettingId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ListViewId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</a:t>
            </a:r>
            <a:endParaRPr lang="en-US" sz="180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62837-36F6-927C-2D26-2DB4538686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99050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746D8-A98D-E58D-9049-DD11AE3E1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8D687-1A89-2E5F-24AF-3DB635F0B4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159022-9C4B-D2E4-03CC-97759A0ECF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List Management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data of a specific list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ColumnId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ColumnIcon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ColumnName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ColumnName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RowId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lcvl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[Value]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CellValue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ListDynamicColumn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ListRow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lr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ListCellValue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lcvl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lcvl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ListColumnId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lcvl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ListRowId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SystemDataType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SystemDataTypeId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DisplayOrder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DisplayOrder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column setting object of needed columns (choice)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ListDynamicColumnId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DisplayColor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DisplayOrder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ListColumnSettingObject lcso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ListDynamicColumn ldc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ldc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'LIST'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LDC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datatype settings of a specific column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KeySetting ks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DataTypeSettingKey dtsk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ListColumnSettingValue lcsv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DataTypeSettingKeyId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views of a specific list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ListView lv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ViewType vt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DisplayOrder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view settings of a specific list view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SettingKey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ListViewId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GroupByColumnId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RawValue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ViewSetting vs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ViewTypeSetting vts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ListViewSetting lvs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ViewTypeSettingId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ListViewId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</a:t>
            </a:r>
            <a:endParaRPr lang="en-US" sz="180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62837-36F6-927C-2D26-2DB4538686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23005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219F7-E2DD-C321-295C-84BBBC9F1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D80503-E601-0929-78FB-B6C64D79E4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8AE24E-F718-9012-D15E-DD5440E81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List Management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comment of a row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lrc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RowId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Avatar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FirstName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lrc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Content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lrc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UpdateAt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Account a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ListRowComment lrc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lrc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CreatedBy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lrc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ListRowId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lrc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UpdateAt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attachment files of a row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fa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[FileName]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FileUrl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FileAttachment fa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fa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ListItemId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fa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CreateAt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667A2-657E-E247-49AE-886476D7C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86405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219F7-E2DD-C321-295C-84BBBC9F1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D80503-E601-0929-78FB-B6C64D79E4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8AE24E-F718-9012-D15E-DD5440E81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List Management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comment of a row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lrc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RowId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Avatar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FirstName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lrc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Content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lrc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UpdateAt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Account a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ListRowComment lrc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lrc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CreatedBy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lrc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ListRowId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lrc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UpdateAt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attachment files of a row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fa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[FileName]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FileUrl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FileAttachment fa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fa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ListItemId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fa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CreateAt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667A2-657E-E247-49AE-886476D7C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88002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C9F89-C2F3-A793-42C1-272DB6F25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26814-0B6B-08AB-55DA-46578D02A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AF9FE8-F9DE-E7B4-FA00-B650D3094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List Management</a:t>
            </a:r>
          </a:p>
          <a:p>
            <a:endParaRPr lang="en-US" sz="180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system data types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[Description]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DisplayName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SystemDataType sdt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C2C7A-97C9-23B8-72BB-7F9175433E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75451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C9F89-C2F3-A793-42C1-272DB6F25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26814-0B6B-08AB-55DA-46578D02A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AF9FE8-F9DE-E7B4-FA00-B650D3094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List Management</a:t>
            </a:r>
          </a:p>
          <a:p>
            <a:endParaRPr lang="en-US" sz="180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system data types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[Description]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DisplayName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SystemDataType sdt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C2C7A-97C9-23B8-72BB-7F9175433E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88200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EB690-28F4-65A8-EEA1-5F74668B5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75360B-D8A8-416A-21D0-2ABDE8FF96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9E59B4-8498-84F4-0E0A-19755743E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4000"/>
              <a:t>-- List Column Setting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key setting of a specific system data type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KeySetting ks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DataTypeSettingKey dtsk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datatype settings of a specific column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KeySetting ks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DataTypeSettingKey dtsk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ListColumnSettingValue lcsv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DataTypeSettingKeyId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25693-157E-8626-435E-412ABE75B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6985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EB690-28F4-65A8-EEA1-5F74668B5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75360B-D8A8-416A-21D0-2ABDE8FF96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9E59B4-8498-84F4-0E0A-19755743E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4000"/>
              <a:t>-- List Column Setting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key setting of a specific system data type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KeySetting ks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DataTypeSettingKey dtsk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datatype settings of a specific column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KeySetting ks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DataTypeSettingKey dtsk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ListColumnSettingValue lcsv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DataTypeSettingKeyId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25693-157E-8626-435E-412ABE75B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61808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EB690-28F4-65A8-EEA1-5F74668B5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75360B-D8A8-416A-21D0-2ABDE8FF96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9E59B4-8498-84F4-0E0A-19755743E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4000"/>
              <a:t>-- List Column Setting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key setting of a specific system data type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KeySetting ks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DataTypeSettingKey dtsk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datatype settings of a specific column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KeySetting ks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DataTypeSettingKey dtsk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ListColumnSettingValue lcsv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DataTypeSettingKeyId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25693-157E-8626-435E-412ABE75B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24453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EB690-28F4-65A8-EEA1-5F74668B5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75360B-D8A8-416A-21D0-2ABDE8FF96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9E59B4-8498-84F4-0E0A-19755743E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25693-157E-8626-435E-412ABE75B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54041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C9F89-C2F3-A793-42C1-272DB6F25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26814-0B6B-08AB-55DA-46578D02A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AF9FE8-F9DE-E7B4-FA00-B650D3094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C2C7A-97C9-23B8-72BB-7F9175433E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42512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C9F89-C2F3-A793-42C1-272DB6F25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26814-0B6B-08AB-55DA-46578D02A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AF9FE8-F9DE-E7B4-FA00-B650D3094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C2C7A-97C9-23B8-72BB-7F9175433E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09953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0D828-DE99-C24D-E243-872AE3CBC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D1838-6DF2-7AAE-BCDE-CAAE90796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B49E58-EA2B-CCB7-0FA3-5E04C0D71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List View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view types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Title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[Description]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ViewType vt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settings of a specific view type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SettingKey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ViewSetting vs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ViewTypeSetting vts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6E4267-EBDD-9539-944F-6C69E4E88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77838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0D828-DE99-C24D-E243-872AE3CBC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D1838-6DF2-7AAE-BCDE-CAAE90796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B49E58-EA2B-CCB7-0FA3-5E04C0D71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List View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view types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Title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[Description]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ViewType vt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settings of a specific view type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SettingKey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ViewSetting vs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ViewTypeSetting vts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6E4267-EBDD-9539-944F-6C69E4E88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03505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0D828-DE99-C24D-E243-872AE3CBC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D1838-6DF2-7AAE-BCDE-CAAE90796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B49E58-EA2B-CCB7-0FA3-5E04C0D71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List View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view types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Title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[Description]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ViewType vt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settings of a specific view type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SettingKey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ViewSetting vs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ViewTypeSetting vts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6E4267-EBDD-9539-944F-6C69E4E88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4900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8543D-D628-473C-4BCB-F8A9B0CAC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B78605-2336-D60F-2204-29F9C5E20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3AB5A-0E0B-700F-BC74-EEB04461A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</a:t>
            </a:r>
            <a:r>
              <a:rPr lang="en-US" sz="1800"/>
              <a:t>Manage Access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sharelinks of a specific list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[URL]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[Name]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Avatar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ShareLink sl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Scope 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ScopeId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Permission p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PermissionId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ShareLinkUserAccess slua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ShareLinkId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Code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'SPECIFIC'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Account a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 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settings of a specific sharelink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KeySetting ks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ShareLinkSettingValue slsv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KeySettingId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ShareLinkId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isShareLinkSetting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4E4B9-DDEF-66E6-194E-50739D412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25466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8543D-D628-473C-4BCB-F8A9B0CAC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B78605-2336-D60F-2204-29F9C5E20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3AB5A-0E0B-700F-BC74-EEB04461A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</a:t>
            </a:r>
            <a:r>
              <a:rPr lang="en-US" sz="1800"/>
              <a:t>Manage Access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sharelinks of a specific list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[URL]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[Name]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Avatar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ShareLink sl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Scope 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ScopeId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Permission p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PermissionId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ShareLinkUserAccess slua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ShareLinkId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Code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'SPECIFIC'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Account a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 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settings of a specific sharelink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KeySetting ks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ShareLinkSettingValue slsv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KeySettingId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ShareLinkId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isShareLinkSetting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4E4B9-DDEF-66E6-194E-50739D412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32504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8543D-D628-473C-4BCB-F8A9B0CAC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B78605-2336-D60F-2204-29F9C5E20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3AB5A-0E0B-700F-BC74-EEB04461A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</a:t>
            </a:r>
            <a:r>
              <a:rPr lang="en-US" sz="1800"/>
              <a:t>Manage Access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sharelinks of a specific list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[URL]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[Name]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Avatar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ShareLink sl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Scope 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ScopeId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Permission p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PermissionId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ShareLinkUserAccess slua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ShareLinkId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Code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'SPECIFIC'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Account a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 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settings of a specific sharelink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KeySetting ks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ShareLinkSettingValue slsv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KeySettingId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ShareLinkId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isShareLinkSetting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4E4B9-DDEF-66E6-194E-50739D412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445355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BECC3-2F9C-7525-028D-9555F3D42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D18DD-7638-501D-AAB9-79E382CC66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94F007-CA97-6512-0C20-C5E457CF9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</a:t>
            </a:r>
            <a:r>
              <a:rPr lang="en-US" sz="4000"/>
              <a:t>Manage Access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permisions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Code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[Name]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Permission p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scopes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Code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[Name]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[Description]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Scope s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sharelink settings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KeySetting ks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IsShareLinkSetting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current list members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Avatar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lmp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Email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FirstName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LastName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ListMemberPermission lmp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Account a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lmp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lmp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3AC75-EC55-A7A8-0087-73657FB86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201849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8543D-D628-473C-4BCB-F8A9B0CAC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B78605-2336-D60F-2204-29F9C5E20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3AB5A-0E0B-700F-BC74-EEB04461A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</a:t>
            </a:r>
            <a:r>
              <a:rPr lang="en-US" sz="1800"/>
              <a:t>Manage Access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sharelinks of a specific list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[URL]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[Name]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Avatar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ShareLink sl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Scope 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ScopeId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Permission p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PermissionId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ShareLinkUserAccess slua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ShareLinkId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Code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'SPECIFIC'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Account a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 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settings of a specific sharelink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KeySetting ks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ShareLinkSettingValue slsv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KeySettingId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ShareLinkId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isShareLinkSetting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4E4B9-DDEF-66E6-194E-50739D412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42745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BECC3-2F9C-7525-028D-9555F3D42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D18DD-7638-501D-AAB9-79E382CC66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94F007-CA97-6512-0C20-C5E457CF9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</a:t>
            </a:r>
            <a:r>
              <a:rPr lang="en-US" sz="4000"/>
              <a:t>Manage Access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permisions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Code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[Name]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Permission p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scopes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Code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[Name]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[Description]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Scope s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sharelink settings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KeySetting ks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IsShareLinkSetting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current list members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Avatar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lmp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Email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FirstName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LastName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ListMemberPermission lmp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Account a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lmp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lmp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3AC75-EC55-A7A8-0087-73657FB86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772432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36D0E-3DFB-3CBE-9FE3-DEE6F766B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87C8F1-0B57-4A04-1A2C-AE8B20229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1B7823-B6F6-5D02-C374-FAADDE7FB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SCREEN: TRASH 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trash items of a specific user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ObjectTypeId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DeleteBy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DeletedAt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ObjectStatus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[Path]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TrashItem ti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ObjectType ot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CreatedBy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57B96-95AA-0582-C762-3620C3342D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589171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36D0E-3DFB-3CBE-9FE3-DEE6F766B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87C8F1-0B57-4A04-1A2C-AE8B20229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1B7823-B6F6-5D02-C374-FAADDE7FB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SCREEN: TRASH 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trash items of a specific user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ObjectTypeId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DeleteBy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DeletedAt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ObjectStatus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[Path]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TrashItem ti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ObjectType ot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CreatedBy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57B96-95AA-0582-C762-3620C3342D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668286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0447F-1CB7-04D9-0ABB-E37A07606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AB055D-4B30-A59E-E929-5D5C47DDF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21A2DD-CFBC-9487-1529-1ED478A5C0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2A52D-A0FB-6089-A27B-06DBDB7300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8549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5" Type="http://schemas.openxmlformats.org/officeDocument/2006/relationships/image" Target="../media/image11.jpe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5" Type="http://schemas.openxmlformats.org/officeDocument/2006/relationships/image" Target="../media/image11.jpeg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/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DB8E7BCA-FF9A-86C4-163D-494ED3E694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2556984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DB8E7BCA-FF9A-86C4-163D-494ED3E694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F14BDA87-C9C8-CD58-C9D7-0C952C1D73C0}"/>
              </a:ext>
            </a:extLst>
          </p:cNvPr>
          <p:cNvSpPr/>
          <p:nvPr userDrawn="1"/>
        </p:nvSpPr>
        <p:spPr>
          <a:xfrm>
            <a:off x="0" y="1647000"/>
            <a:ext cx="18288000" cy="8640000"/>
          </a:xfrm>
          <a:prstGeom prst="rect">
            <a:avLst/>
          </a:prstGeom>
          <a:solidFill>
            <a:schemeClr val="tx2"/>
          </a:solidFill>
        </p:spPr>
        <p:txBody>
          <a:bodyPr wrap="square" lIns="108000" tIns="108000" rIns="108000" bIns="108000" rtlCol="0" anchor="ctr">
            <a:noAutofit/>
          </a:bodyPr>
          <a:lstStyle/>
          <a:p>
            <a:pPr algn="ctr" rtl="0"/>
            <a:endParaRPr lang="en-GB" sz="2400" noProof="0">
              <a:solidFill>
                <a:schemeClr val="bg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2B1088E-A830-D72F-9D81-51D4D3480FB8}"/>
              </a:ext>
            </a:extLst>
          </p:cNvPr>
          <p:cNvGrpSpPr/>
          <p:nvPr userDrawn="1"/>
        </p:nvGrpSpPr>
        <p:grpSpPr>
          <a:xfrm>
            <a:off x="3636000" y="5056442"/>
            <a:ext cx="11234289" cy="1821119"/>
            <a:chOff x="2424000" y="3370961"/>
            <a:chExt cx="7489526" cy="121407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5765E41D-34F7-E790-C1FD-DC00CEE7C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424000" y="3370961"/>
              <a:ext cx="7489526" cy="432000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8FD31BA-980D-D11B-2EEB-4180204D34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681512" y="4351040"/>
              <a:ext cx="6828977" cy="23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1421869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7688230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EC64C37-AEAB-AB56-B60A-FA7B85FC0FAA}"/>
              </a:ext>
            </a:extLst>
          </p:cNvPr>
          <p:cNvSpPr/>
          <p:nvPr userDrawn="1"/>
        </p:nvSpPr>
        <p:spPr>
          <a:xfrm>
            <a:off x="0" y="1647000"/>
            <a:ext cx="18288000" cy="8640000"/>
          </a:xfrm>
          <a:prstGeom prst="rect">
            <a:avLst/>
          </a:prstGeom>
          <a:solidFill>
            <a:srgbClr val="FFFFFF"/>
          </a:solidFill>
        </p:spPr>
        <p:txBody>
          <a:bodyPr wrap="square" lIns="108000" tIns="108000" rIns="108000" bIns="108000" rtlCol="0" anchor="ctr">
            <a:noAutofit/>
          </a:bodyPr>
          <a:lstStyle/>
          <a:p>
            <a:pPr algn="ctr" rtl="0"/>
            <a:endParaRPr lang="en-GB" sz="24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647000"/>
            <a:ext cx="18288000" cy="324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7999" y="8802000"/>
            <a:ext cx="16997063" cy="553998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3600">
                <a:solidFill>
                  <a:schemeClr val="tx2"/>
                </a:solidFill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7999" y="6369243"/>
            <a:ext cx="16997063" cy="2215992"/>
          </a:xfrm>
        </p:spPr>
        <p:txBody>
          <a:bodyPr vert="horz" anchor="b">
            <a:noAutofit/>
          </a:bodyPr>
          <a:lstStyle>
            <a:lvl1pPr algn="l" rtl="0"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62226161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>
          <p15:clr>
            <a:srgbClr val="FBAE40"/>
          </p15:clr>
        </p15:guide>
        <p15:guide id="7" pos="740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custom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3805120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18B174F-64CB-F020-88E2-1F63BD8A9992}"/>
              </a:ext>
            </a:extLst>
          </p:cNvPr>
          <p:cNvSpPr/>
          <p:nvPr userDrawn="1"/>
        </p:nvSpPr>
        <p:spPr>
          <a:xfrm>
            <a:off x="0" y="1647000"/>
            <a:ext cx="18288000" cy="8640000"/>
          </a:xfrm>
          <a:prstGeom prst="rect">
            <a:avLst/>
          </a:prstGeom>
          <a:solidFill>
            <a:srgbClr val="FFFFFF"/>
          </a:solidFill>
        </p:spPr>
        <p:txBody>
          <a:bodyPr wrap="square" lIns="108000" tIns="108000" rIns="108000" bIns="108000" rtlCol="0" anchor="ctr">
            <a:noAutofit/>
          </a:bodyPr>
          <a:lstStyle/>
          <a:p>
            <a:pPr algn="ctr" rtl="0"/>
            <a:endParaRPr lang="en-GB" sz="24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647000"/>
            <a:ext cx="18288000" cy="324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7999" y="8802000"/>
            <a:ext cx="16997063" cy="553998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3600">
                <a:solidFill>
                  <a:schemeClr val="tx2"/>
                </a:solidFill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7999" y="6369243"/>
            <a:ext cx="16997063" cy="2215992"/>
          </a:xfrm>
        </p:spPr>
        <p:txBody>
          <a:bodyPr vert="horz" anchor="b">
            <a:noAutofit/>
          </a:bodyPr>
          <a:lstStyle>
            <a:lvl1pPr algn="l" rtl="0"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24" name="Text Placeholder 43">
            <a:extLst>
              <a:ext uri="{FF2B5EF4-FFF2-40B4-BE49-F238E27FC236}">
                <a16:creationId xmlns:a16="http://schemas.microsoft.com/office/drawing/2014/main" id="{BDEA299F-CF48-A5F1-3781-1AB2A986B4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3800" y="2943000"/>
            <a:ext cx="3888000" cy="1944000"/>
          </a:xfrm>
          <a:solidFill>
            <a:schemeClr val="bg1"/>
          </a:solidFill>
          <a:ln>
            <a:noFill/>
          </a:ln>
        </p:spPr>
        <p:txBody>
          <a:bodyPr/>
          <a:lstStyle>
            <a:lvl1pPr marL="0" indent="0" rtl="0">
              <a:buNone/>
              <a:defRPr sz="15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7235327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>
          <p15:clr>
            <a:srgbClr val="FBAE40"/>
          </p15:clr>
        </p15:guide>
        <p15:guide id="7" pos="740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C815432-1626-BBCF-EDFF-4A58259064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1701586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C815432-1626-BBCF-EDFF-4A58259064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C9DC67D7-52EE-6ADA-F962-34E45323AA0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4000" y="1647000"/>
            <a:ext cx="9144000" cy="864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AA92BD0-3906-45A7-FD93-C56CA8C7C6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000" y="2295000"/>
            <a:ext cx="7848000" cy="7344000"/>
          </a:xfrm>
        </p:spPr>
        <p:txBody>
          <a:bodyPr anchor="t"/>
          <a:lstStyle>
            <a:lvl1pPr marL="938213" indent="-938213" rtl="0">
              <a:lnSpc>
                <a:spcPct val="100000"/>
              </a:lnSpc>
              <a:spcBef>
                <a:spcPts val="2250"/>
              </a:spcBef>
              <a:spcAft>
                <a:spcPts val="0"/>
              </a:spcAft>
              <a:buSzPct val="130000"/>
              <a:buFont typeface="+mj-lt"/>
              <a:buAutoNum type="arabicPeriod"/>
              <a:defRPr b="1">
                <a:solidFill>
                  <a:schemeClr val="tx1"/>
                </a:solidFill>
              </a:defRPr>
            </a:lvl1pPr>
            <a:lvl2pPr marL="938213" indent="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noProof="0"/>
              <a:t>Add agenda topic, 18 pt</a:t>
            </a:r>
          </a:p>
          <a:p>
            <a:pPr lvl="1"/>
            <a:r>
              <a:rPr lang="en-GB" noProof="0"/>
              <a:t>Subtopic, 16 pt</a:t>
            </a:r>
          </a:p>
          <a:p>
            <a:pPr lvl="1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385BAD-0861-C6A4-56E2-BF176F171A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</a:t>
            </a:r>
          </a:p>
        </p:txBody>
      </p:sp>
    </p:spTree>
    <p:extLst>
      <p:ext uri="{BB962C8B-B14F-4D97-AF65-F5344CB8AC3E}">
        <p14:creationId xmlns:p14="http://schemas.microsoft.com/office/powerpoint/2010/main" val="4094722611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8" orient="horz" pos="692">
          <p15:clr>
            <a:srgbClr val="FBAE40"/>
          </p15:clr>
        </p15:guide>
        <p15:guide id="9" pos="270">
          <p15:clr>
            <a:srgbClr val="FBAE40"/>
          </p15:clr>
        </p15:guide>
        <p15:guide id="10" pos="3839">
          <p15:clr>
            <a:srgbClr val="FBAE40"/>
          </p15:clr>
        </p15:guide>
        <p15:guide id="11" orient="horz" pos="4047">
          <p15:clr>
            <a:srgbClr val="FBAE40"/>
          </p15:clr>
        </p15:guide>
        <p15:guide id="12" orient="horz" pos="963">
          <p15:clr>
            <a:srgbClr val="FBAE40"/>
          </p15:clr>
        </p15:guide>
        <p15:guide id="13" pos="356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5909020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EC64C37-AEAB-AB56-B60A-FA7B85FC0FAA}"/>
              </a:ext>
            </a:extLst>
          </p:cNvPr>
          <p:cNvSpPr/>
          <p:nvPr userDrawn="1"/>
        </p:nvSpPr>
        <p:spPr>
          <a:xfrm>
            <a:off x="0" y="1647000"/>
            <a:ext cx="18288000" cy="8640000"/>
          </a:xfrm>
          <a:prstGeom prst="rect">
            <a:avLst/>
          </a:prstGeom>
          <a:solidFill>
            <a:srgbClr val="FFFFFF"/>
          </a:solidFill>
        </p:spPr>
        <p:txBody>
          <a:bodyPr wrap="square" lIns="108000" tIns="108000" rIns="108000" bIns="108000" rtlCol="0" anchor="ctr">
            <a:noAutofit/>
          </a:bodyPr>
          <a:lstStyle/>
          <a:p>
            <a:pPr algn="ctr" rtl="0"/>
            <a:endParaRPr lang="en-GB" sz="24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647000"/>
            <a:ext cx="18288000" cy="324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7999" y="8802000"/>
            <a:ext cx="16997063" cy="553998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3600">
                <a:solidFill>
                  <a:schemeClr val="tx2"/>
                </a:solidFill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7999" y="6369243"/>
            <a:ext cx="16997063" cy="2215992"/>
          </a:xfrm>
        </p:spPr>
        <p:txBody>
          <a:bodyPr vert="horz" anchor="b">
            <a:noAutofit/>
          </a:bodyPr>
          <a:lstStyle>
            <a:lvl1pPr algn="l" rtl="0"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Chapter 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4863511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>
          <p15:clr>
            <a:srgbClr val="FBAE40"/>
          </p15:clr>
        </p15:guide>
        <p15:guide id="7" pos="740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4082246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999" y="2293145"/>
            <a:ext cx="16993800" cy="7348538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 dirty="0"/>
              <a:t>First level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92755141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3" orient="horz" pos="963">
          <p15:clr>
            <a:srgbClr val="FBAE40"/>
          </p15:clr>
        </p15:guide>
        <p15:guide id="14" pos="270">
          <p15:clr>
            <a:srgbClr val="FBAE40"/>
          </p15:clr>
        </p15:guide>
        <p15:guide id="15" orient="horz" pos="692">
          <p15:clr>
            <a:srgbClr val="FBAE40"/>
          </p15:clr>
        </p15:guide>
        <p15:guide id="16" orient="horz" pos="4049">
          <p15:clr>
            <a:srgbClr val="FBAE40"/>
          </p15:clr>
        </p15:guide>
        <p15:guide id="17" pos="7409">
          <p15:clr>
            <a:srgbClr val="FBAE40"/>
          </p15:clr>
        </p15:guide>
        <p15:guide id="18" orient="horz" pos="135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4082246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999" y="3240881"/>
            <a:ext cx="16993800" cy="6400802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999" y="2295000"/>
            <a:ext cx="16993800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47096049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3" orient="horz" pos="963">
          <p15:clr>
            <a:srgbClr val="FBAE40"/>
          </p15:clr>
        </p15:guide>
        <p15:guide id="14" pos="270">
          <p15:clr>
            <a:srgbClr val="FBAE40"/>
          </p15:clr>
        </p15:guide>
        <p15:guide id="15" orient="horz" pos="692">
          <p15:clr>
            <a:srgbClr val="FBAE40"/>
          </p15:clr>
        </p15:guide>
        <p15:guide id="16" orient="horz" pos="4049">
          <p15:clr>
            <a:srgbClr val="FBAE40"/>
          </p15:clr>
        </p15:guide>
        <p15:guide id="17" pos="7409">
          <p15:clr>
            <a:srgbClr val="FBAE40"/>
          </p15:clr>
        </p15:guide>
        <p15:guide id="18" orient="horz" pos="135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2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005900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8001" y="3240881"/>
            <a:ext cx="8171999" cy="6400802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1" y="2295000"/>
            <a:ext cx="8171999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F02CE17-8D55-2AB5-3A7A-2B03B0A6A3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68000" y="3240881"/>
            <a:ext cx="8174682" cy="6400802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C5A4294C-7368-31A6-E5C9-30880ECCFD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68000" y="2295000"/>
            <a:ext cx="8174682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</p:spTree>
    <p:extLst>
      <p:ext uri="{BB962C8B-B14F-4D97-AF65-F5344CB8AC3E}">
        <p14:creationId xmlns:p14="http://schemas.microsoft.com/office/powerpoint/2010/main" val="360332400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5" orient="horz" pos="963">
          <p15:clr>
            <a:srgbClr val="FBAE40"/>
          </p15:clr>
        </p15:guide>
        <p15:guide id="16" pos="270">
          <p15:clr>
            <a:srgbClr val="FBAE40"/>
          </p15:clr>
        </p15:guide>
        <p15:guide id="17" orient="horz" pos="692">
          <p15:clr>
            <a:srgbClr val="FBAE40"/>
          </p15:clr>
        </p15:guide>
        <p15:guide id="18" orient="horz" pos="4049">
          <p15:clr>
            <a:srgbClr val="FBAE40"/>
          </p15:clr>
        </p15:guide>
        <p15:guide id="19" pos="7409">
          <p15:clr>
            <a:srgbClr val="FBAE40"/>
          </p15:clr>
        </p15:guide>
        <p15:guide id="20" orient="horz" pos="1359">
          <p15:clr>
            <a:srgbClr val="FBAE40"/>
          </p15:clr>
        </p15:guide>
        <p15:guide id="21" pos="3974">
          <p15:clr>
            <a:srgbClr val="FBAE40"/>
          </p15:clr>
        </p15:guide>
        <p15:guide id="22" pos="370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3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2824734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8000" y="3240881"/>
            <a:ext cx="5232000" cy="6400802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999" y="2295000"/>
            <a:ext cx="5232600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F02CE17-8D55-2AB5-3A7A-2B03B0A6A3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28000" y="3240881"/>
            <a:ext cx="5232000" cy="6400802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C5A4294C-7368-31A6-E5C9-30880ECCFD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27400" y="2295000"/>
            <a:ext cx="5232600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84BE735-54B6-3B7B-5644-995106F03F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408000" y="3240881"/>
            <a:ext cx="5232000" cy="6400802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B2CD99D5-47E6-B7D2-CB87-F8AD5F3682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408000" y="2295000"/>
            <a:ext cx="5232600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</p:spTree>
    <p:extLst>
      <p:ext uri="{BB962C8B-B14F-4D97-AF65-F5344CB8AC3E}">
        <p14:creationId xmlns:p14="http://schemas.microsoft.com/office/powerpoint/2010/main" val="174481960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>
          <p15:clr>
            <a:srgbClr val="FBAE40"/>
          </p15:clr>
        </p15:guide>
        <p15:guide id="18" pos="270">
          <p15:clr>
            <a:srgbClr val="FBAE40"/>
          </p15:clr>
        </p15:guide>
        <p15:guide id="19" orient="horz" pos="692">
          <p15:clr>
            <a:srgbClr val="FBAE40"/>
          </p15:clr>
        </p15:guide>
        <p15:guide id="20" orient="horz" pos="4049">
          <p15:clr>
            <a:srgbClr val="FBAE40"/>
          </p15:clr>
        </p15:guide>
        <p15:guide id="21" pos="7409">
          <p15:clr>
            <a:srgbClr val="FBAE40"/>
          </p15:clr>
        </p15:guide>
        <p15:guide id="22" orient="horz" pos="1359">
          <p15:clr>
            <a:srgbClr val="FBAE40"/>
          </p15:clr>
        </p15:guide>
        <p15:guide id="23" pos="5210">
          <p15:clr>
            <a:srgbClr val="FBAE40"/>
          </p15:clr>
        </p15:guide>
        <p15:guide id="24" pos="4940">
          <p15:clr>
            <a:srgbClr val="FBAE40"/>
          </p15:clr>
        </p15:guide>
        <p15:guide id="25" pos="2740">
          <p15:clr>
            <a:srgbClr val="FBAE40"/>
          </p15:clr>
        </p15:guide>
        <p15:guide id="26" pos="247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 with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6364274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4000" y="1647000"/>
            <a:ext cx="9144000" cy="864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8000" y="3240002"/>
            <a:ext cx="7848300" cy="6401682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0" y="2295000"/>
            <a:ext cx="7848300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12DC60-1B20-60A5-7F1D-CE4A63B8D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33097457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>
          <p15:clr>
            <a:srgbClr val="FBAE40"/>
          </p15:clr>
        </p15:guide>
        <p15:guide id="18" pos="270">
          <p15:clr>
            <a:srgbClr val="FBAE40"/>
          </p15:clr>
        </p15:guide>
        <p15:guide id="19" orient="horz" pos="692">
          <p15:clr>
            <a:srgbClr val="FBAE40"/>
          </p15:clr>
        </p15:guide>
        <p15:guide id="20" orient="horz" pos="4049">
          <p15:clr>
            <a:srgbClr val="FBAE40"/>
          </p15:clr>
        </p15:guide>
        <p15:guide id="21" orient="horz" pos="1359">
          <p15:clr>
            <a:srgbClr val="FBAE40"/>
          </p15:clr>
        </p15:guide>
        <p15:guide id="22" pos="3568">
          <p15:clr>
            <a:srgbClr val="FBAE40"/>
          </p15:clr>
        </p15:guide>
        <p15:guide id="23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 with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2323640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191397" y="1647000"/>
            <a:ext cx="6096603" cy="864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999" y="3240001"/>
            <a:ext cx="10895999" cy="6401684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999" y="2295000"/>
            <a:ext cx="10895999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D752F1-9B09-8D70-F3E1-C60862EE4A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428056889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>
          <p15:clr>
            <a:srgbClr val="FBAE40"/>
          </p15:clr>
        </p15:guide>
        <p15:guide id="18" pos="270">
          <p15:clr>
            <a:srgbClr val="FBAE40"/>
          </p15:clr>
        </p15:guide>
        <p15:guide id="19" orient="horz" pos="692">
          <p15:clr>
            <a:srgbClr val="FBAE40"/>
          </p15:clr>
        </p15:guide>
        <p15:guide id="20" orient="horz" pos="4049">
          <p15:clr>
            <a:srgbClr val="FBAE40"/>
          </p15:clr>
        </p15:guide>
        <p15:guide id="21" pos="7409">
          <p15:clr>
            <a:srgbClr val="FBAE40"/>
          </p15:clr>
        </p15:guide>
        <p15:guide id="22" orient="horz" pos="1359">
          <p15:clr>
            <a:srgbClr val="FBAE40"/>
          </p15:clr>
        </p15:guide>
        <p15:guide id="23" pos="4848">
          <p15:clr>
            <a:srgbClr val="FBAE40"/>
          </p15:clr>
        </p15:guide>
        <p15:guide id="24" pos="51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 with 1/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5039482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B39D5703-BD1C-3A16-A4A7-30E0EE62B04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3719600" y="1647000"/>
            <a:ext cx="4568400" cy="864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999" y="3240001"/>
            <a:ext cx="12427931" cy="6401684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999" y="2295000"/>
            <a:ext cx="12429827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D752F1-9B09-8D70-F3E1-C60862EE4A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44590941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>
          <p15:clr>
            <a:srgbClr val="FBAE40"/>
          </p15:clr>
        </p15:guide>
        <p15:guide id="18" pos="270">
          <p15:clr>
            <a:srgbClr val="FBAE40"/>
          </p15:clr>
        </p15:guide>
        <p15:guide id="19" orient="horz" pos="692">
          <p15:clr>
            <a:srgbClr val="FBAE40"/>
          </p15:clr>
        </p15:guide>
        <p15:guide id="20" orient="horz" pos="4049">
          <p15:clr>
            <a:srgbClr val="FBAE40"/>
          </p15:clr>
        </p15:guide>
        <p15:guide id="21" pos="7409">
          <p15:clr>
            <a:srgbClr val="FBAE40"/>
          </p15:clr>
        </p15:guide>
        <p15:guide id="22" orient="horz" pos="1359">
          <p15:clr>
            <a:srgbClr val="FBAE40"/>
          </p15:clr>
        </p15:guide>
        <p15:guide id="23" pos="5492">
          <p15:clr>
            <a:srgbClr val="FBAE40"/>
          </p15:clr>
        </p15:guide>
        <p15:guide id="24" pos="576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text with 1/3 image + white space fo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8366384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191397" y="1647000"/>
            <a:ext cx="6096603" cy="864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999" y="3240001"/>
            <a:ext cx="10895999" cy="6401684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999" y="2295000"/>
            <a:ext cx="10895999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157B48F4-BDD6-6F20-ED74-A0F80415BF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872137" y="7697684"/>
            <a:ext cx="4767864" cy="1944000"/>
          </a:xfrm>
          <a:solidFill>
            <a:schemeClr val="bg1"/>
          </a:solidFill>
          <a:ln>
            <a:noFill/>
          </a:ln>
        </p:spPr>
        <p:txBody>
          <a:bodyPr/>
          <a:lstStyle>
            <a:lvl1pPr marL="0" indent="0" rtl="0">
              <a:buNone/>
              <a:defRPr sz="15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D752F1-9B09-8D70-F3E1-C60862EE4A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083699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>
          <p15:clr>
            <a:srgbClr val="FBAE40"/>
          </p15:clr>
        </p15:guide>
        <p15:guide id="18" pos="270">
          <p15:clr>
            <a:srgbClr val="FBAE40"/>
          </p15:clr>
        </p15:guide>
        <p15:guide id="19" orient="horz" pos="692">
          <p15:clr>
            <a:srgbClr val="FBAE40"/>
          </p15:clr>
        </p15:guide>
        <p15:guide id="20" orient="horz" pos="4049">
          <p15:clr>
            <a:srgbClr val="FBAE40"/>
          </p15:clr>
        </p15:guide>
        <p15:guide id="21" pos="7409">
          <p15:clr>
            <a:srgbClr val="FBAE40"/>
          </p15:clr>
        </p15:guide>
        <p15:guide id="22" orient="horz" pos="1359">
          <p15:clr>
            <a:srgbClr val="FBAE40"/>
          </p15:clr>
        </p15:guide>
        <p15:guide id="23" pos="4848">
          <p15:clr>
            <a:srgbClr val="FBAE40"/>
          </p15:clr>
        </p15:guide>
        <p15:guide id="24" pos="51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2 texts with 1/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2162212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3719600" y="1647000"/>
            <a:ext cx="4568400" cy="864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997" y="3236120"/>
            <a:ext cx="5892534" cy="6405563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997" y="2295000"/>
            <a:ext cx="5892534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57C43C1D-0D5A-3546-923A-9906F73102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88533" y="3236120"/>
            <a:ext cx="5887397" cy="6405563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25734A7E-A371-8589-95F1-486EF3BDC2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88533" y="2295000"/>
            <a:ext cx="5887397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5B0D54-9E65-6676-5BE0-B1EC73550C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33484682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9" orient="horz" pos="963">
          <p15:clr>
            <a:srgbClr val="FBAE40"/>
          </p15:clr>
        </p15:guide>
        <p15:guide id="20" pos="270">
          <p15:clr>
            <a:srgbClr val="FBAE40"/>
          </p15:clr>
        </p15:guide>
        <p15:guide id="21" orient="horz" pos="692">
          <p15:clr>
            <a:srgbClr val="FBAE40"/>
          </p15:clr>
        </p15:guide>
        <p15:guide id="22" orient="horz" pos="4049">
          <p15:clr>
            <a:srgbClr val="FBAE40"/>
          </p15:clr>
        </p15:guide>
        <p15:guide id="23" orient="horz" pos="1359">
          <p15:clr>
            <a:srgbClr val="FBAE40"/>
          </p15:clr>
        </p15:guide>
        <p15:guide id="24" pos="5490">
          <p15:clr>
            <a:srgbClr val="FBAE40"/>
          </p15:clr>
        </p15:guide>
        <p15:guide id="25" pos="5760">
          <p15:clr>
            <a:srgbClr val="FBAE40"/>
          </p15:clr>
        </p15:guide>
        <p15:guide id="26" pos="3018">
          <p15:clr>
            <a:srgbClr val="FBAE40"/>
          </p15:clr>
        </p15:guide>
        <p15:guide id="27" pos="274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imon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72630794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647000"/>
            <a:ext cx="9144000" cy="864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B8952-F9D6-8A77-2EE2-5858DB422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93781" y="2293145"/>
            <a:ext cx="7848903" cy="7344000"/>
          </a:xfrm>
        </p:spPr>
        <p:txBody>
          <a:bodyPr/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Text</a:t>
            </a: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6E9374FC-ECE4-7A38-5807-87AE94A088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6002" y="6395930"/>
            <a:ext cx="7198200" cy="3245752"/>
          </a:xfrm>
          <a:solidFill>
            <a:schemeClr val="tx2">
              <a:alpha val="85000"/>
            </a:schemeClr>
          </a:solidFill>
        </p:spPr>
        <p:txBody>
          <a:bodyPr lIns="288000" tIns="288000" rIns="288000" bIns="288000" anchor="b">
            <a:spAutoFit/>
          </a:bodyPr>
          <a:lstStyle>
            <a:lvl1pPr marL="0" indent="0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4" name="Text Placeholder 43">
            <a:extLst>
              <a:ext uri="{FF2B5EF4-FFF2-40B4-BE49-F238E27FC236}">
                <a16:creationId xmlns:a16="http://schemas.microsoft.com/office/drawing/2014/main" id="{38EE8FDF-DB06-4651-3389-787CA10E779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96002" y="6357834"/>
            <a:ext cx="432000" cy="380478"/>
          </a:xfr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 marL="0" indent="0" rtl="0">
              <a:buNone/>
              <a:defRPr sz="15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  <p:sp>
        <p:nvSpPr>
          <p:cNvPr id="77" name="Text Placeholder 43">
            <a:extLst>
              <a:ext uri="{FF2B5EF4-FFF2-40B4-BE49-F238E27FC236}">
                <a16:creationId xmlns:a16="http://schemas.microsoft.com/office/drawing/2014/main" id="{9A496C9E-D567-76DE-1404-D4A0596855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flipH="1" flipV="1">
            <a:off x="8062202" y="9438783"/>
            <a:ext cx="432000" cy="380478"/>
          </a:xfr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 marL="0" indent="0" rtl="0">
              <a:buNone/>
              <a:defRPr sz="15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142249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6" pos="3840">
          <p15:clr>
            <a:srgbClr val="FBAE40"/>
          </p15:clr>
        </p15:guide>
        <p15:guide id="17" orient="horz" pos="963">
          <p15:clr>
            <a:srgbClr val="FBAE40"/>
          </p15:clr>
        </p15:guide>
        <p15:guide id="18" pos="270">
          <p15:clr>
            <a:srgbClr val="FBAE40"/>
          </p15:clr>
        </p15:guide>
        <p15:guide id="19" orient="horz" pos="692">
          <p15:clr>
            <a:srgbClr val="FBAE40"/>
          </p15:clr>
        </p15:guide>
        <p15:guide id="20" orient="horz" pos="4049">
          <p15:clr>
            <a:srgbClr val="FBAE40"/>
          </p15:clr>
        </p15:guide>
        <p15:guide id="21" pos="7409">
          <p15:clr>
            <a:srgbClr val="FBAE40"/>
          </p15:clr>
        </p15:guide>
        <p15:guide id="22" pos="411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text with imag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9445924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647000"/>
            <a:ext cx="18288000" cy="2916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999" y="5212859"/>
            <a:ext cx="16994684" cy="4428824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FF00CA-6EEE-1446-767F-22A63CDAED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14814238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5" orient="horz" pos="1916">
          <p15:clr>
            <a:srgbClr val="FBAE40"/>
          </p15:clr>
        </p15:guide>
        <p15:guide id="16" pos="270">
          <p15:clr>
            <a:srgbClr val="FBAE40"/>
          </p15:clr>
        </p15:guide>
        <p15:guide id="17" orient="horz" pos="692">
          <p15:clr>
            <a:srgbClr val="FBAE40"/>
          </p15:clr>
        </p15:guide>
        <p15:guide id="18" orient="horz" pos="4049">
          <p15:clr>
            <a:srgbClr val="FBAE40"/>
          </p15:clr>
        </p15:guide>
        <p15:guide id="19" pos="7409">
          <p15:clr>
            <a:srgbClr val="FBAE40"/>
          </p15:clr>
        </p15:guide>
        <p15:guide id="20" orient="horz" pos="2187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od slide / full-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6345F9D-58D8-A03C-2C14-3C466D3CBBE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69687644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6345F9D-58D8-A03C-2C14-3C466D3CBB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4414B2E-C340-9140-1BD1-92410CBF7B5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8288000" cy="10287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4" name="Text Placeholder 38">
            <a:extLst>
              <a:ext uri="{FF2B5EF4-FFF2-40B4-BE49-F238E27FC236}">
                <a16:creationId xmlns:a16="http://schemas.microsoft.com/office/drawing/2014/main" id="{9765689A-1419-4CD4-170E-F5C60B6417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000" y="1647001"/>
            <a:ext cx="12960000" cy="1795767"/>
          </a:xfrm>
          <a:solidFill>
            <a:schemeClr val="tx2">
              <a:alpha val="85000"/>
            </a:schemeClr>
          </a:solidFill>
        </p:spPr>
        <p:txBody>
          <a:bodyPr wrap="square" lIns="432000" tIns="432000" rIns="432000" bIns="432000" anchor="t">
            <a:spAutoFit/>
          </a:bodyPr>
          <a:lstStyle>
            <a:lvl1pPr marL="0" indent="0" rtl="0">
              <a:lnSpc>
                <a:spcPct val="100000"/>
              </a:lnSpc>
              <a:spcAft>
                <a:spcPts val="0"/>
              </a:spcAft>
              <a:buNone/>
              <a:defRPr sz="6000" b="1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Text, 40pt</a:t>
            </a:r>
          </a:p>
        </p:txBody>
      </p:sp>
      <p:sp>
        <p:nvSpPr>
          <p:cNvPr id="15" name="Text Placeholder 43">
            <a:extLst>
              <a:ext uri="{FF2B5EF4-FFF2-40B4-BE49-F238E27FC236}">
                <a16:creationId xmlns:a16="http://schemas.microsoft.com/office/drawing/2014/main" id="{8E425FDA-ACD2-D989-043B-F820E6AB51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262148" y="258927"/>
            <a:ext cx="2025852" cy="1026546"/>
          </a:xfr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/>
          <a:lstStyle>
            <a:lvl1pPr marL="0" indent="0" rtl="0">
              <a:buNone/>
              <a:defRPr sz="15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6315488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3" pos="270">
          <p15:clr>
            <a:srgbClr val="FBAE40"/>
          </p15:clr>
        </p15:guide>
        <p15:guide id="4" pos="571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1297586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B1008097-4228-1AEA-6834-837AEB6C765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647000"/>
            <a:ext cx="18288000" cy="864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B8952-F9D6-8A77-2EE2-5858DB422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961479268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0" pos="270">
          <p15:clr>
            <a:srgbClr val="FBAE40"/>
          </p15:clr>
        </p15:guide>
        <p15:guide id="11" orient="horz" pos="69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5140632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1B83D0F-C30D-1DAC-90DB-D661B5AF3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92040" y="4754878"/>
            <a:ext cx="3874395" cy="4154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B90C9969-7DC5-B20D-8F4C-02AC5884CB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84470" y="4754878"/>
            <a:ext cx="3874395" cy="4154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D33D3630-A9BD-59E4-DB03-46F3F54B0B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92040" y="5275011"/>
            <a:ext cx="3874395" cy="945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450"/>
              </a:spcAft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2A5B2A23-B287-6454-94B2-CD33371006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484470" y="5275011"/>
            <a:ext cx="3874395" cy="945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450"/>
              </a:spcAft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CC2D6935-038F-D464-C92D-808B5EA87C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49238" y="2297048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FD410EBB-3FEB-6D5F-877D-39A60AC85B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341668" y="2297048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C2CF4B-8A3C-13FA-BECD-9DB01F4A6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436842741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>
          <p15:clr>
            <a:srgbClr val="FBAE40"/>
          </p15:clr>
        </p15:guide>
        <p15:guide id="13" pos="270">
          <p15:clr>
            <a:srgbClr val="FBAE40"/>
          </p15:clr>
        </p15:guide>
        <p15:guide id="14" orient="horz" pos="692">
          <p15:clr>
            <a:srgbClr val="FBAE40"/>
          </p15:clr>
        </p15:guide>
        <p15:guide id="15" orient="horz" pos="4049">
          <p15:clr>
            <a:srgbClr val="FBAE40"/>
          </p15:clr>
        </p15:guide>
        <p15:guide id="16" pos="740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9767290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575FA654-6B49-780A-BFB4-222C9877472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4526317" y="2297048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1B83D0F-C30D-1DAC-90DB-D661B5AF3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5803" y="4754878"/>
            <a:ext cx="3874395" cy="4154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B90C9969-7DC5-B20D-8F4C-02AC5884CB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6803" y="4754878"/>
            <a:ext cx="3874395" cy="4154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D33D3630-A9BD-59E4-DB03-46F3F54B0B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803" y="5275011"/>
            <a:ext cx="3874395" cy="945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450"/>
              </a:spcAft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2A5B2A23-B287-6454-94B2-CD33371006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06803" y="5275011"/>
            <a:ext cx="3874395" cy="945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450"/>
              </a:spcAft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CC2D6935-038F-D464-C92D-808B5EA87C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93000" y="2297048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FD410EBB-3FEB-6D5F-877D-39A60AC85B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000" y="2297048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3" name="Text Placeholder 43">
            <a:extLst>
              <a:ext uri="{FF2B5EF4-FFF2-40B4-BE49-F238E27FC236}">
                <a16:creationId xmlns:a16="http://schemas.microsoft.com/office/drawing/2014/main" id="{5842F8D1-C8E7-B7F7-193F-396D7F0C1F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669119" y="4754878"/>
            <a:ext cx="3874395" cy="4154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35" name="Text Placeholder 43">
            <a:extLst>
              <a:ext uri="{FF2B5EF4-FFF2-40B4-BE49-F238E27FC236}">
                <a16:creationId xmlns:a16="http://schemas.microsoft.com/office/drawing/2014/main" id="{F7ED4793-8249-B71F-2BD9-1E188E58956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669119" y="5275011"/>
            <a:ext cx="3874395" cy="945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450"/>
              </a:spcAft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01AD36-B7B0-8DA3-E4DF-7B92563C3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87242598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>
          <p15:clr>
            <a:srgbClr val="FBAE40"/>
          </p15:clr>
        </p15:guide>
        <p15:guide id="13" pos="270">
          <p15:clr>
            <a:srgbClr val="FBAE40"/>
          </p15:clr>
        </p15:guide>
        <p15:guide id="14" orient="horz" pos="692">
          <p15:clr>
            <a:srgbClr val="FBAE40"/>
          </p15:clr>
        </p15:guide>
        <p15:guide id="15" orient="horz" pos="4049">
          <p15:clr>
            <a:srgbClr val="FBAE40"/>
          </p15:clr>
        </p15:guide>
        <p15:guide id="16" pos="740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4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7115172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CC2D6935-038F-D464-C92D-808B5EA87C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93000" y="2297048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FD410EBB-3FEB-6D5F-877D-39A60AC85B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894535" y="2297048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D01BDA65-4A3A-8C7F-6D57-257CEA15EDA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233468" y="2297048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1B83D0F-C30D-1DAC-90DB-D661B5AF3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5803" y="4754878"/>
            <a:ext cx="3874395" cy="4154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B90C9969-7DC5-B20D-8F4C-02AC5884CB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37338" y="4754878"/>
            <a:ext cx="3874395" cy="4154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D33D3630-A9BD-59E4-DB03-46F3F54B0B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803" y="5275011"/>
            <a:ext cx="3874395" cy="945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450"/>
              </a:spcAft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2A5B2A23-B287-6454-94B2-CD33371006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37338" y="5275011"/>
            <a:ext cx="3874395" cy="945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450"/>
              </a:spcAft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5" name="Text Placeholder 43">
            <a:extLst>
              <a:ext uri="{FF2B5EF4-FFF2-40B4-BE49-F238E27FC236}">
                <a16:creationId xmlns:a16="http://schemas.microsoft.com/office/drawing/2014/main" id="{B19CB6E8-97CB-822F-3F85-A7275483C46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76271" y="4754878"/>
            <a:ext cx="3874395" cy="4154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2EF03F68-E44D-2D1B-E3CF-23E57CD8AC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376271" y="5275011"/>
            <a:ext cx="3874395" cy="945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450"/>
              </a:spcAft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F69C67C-E89D-2384-2449-3AE3B29A56D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4526317" y="2297048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4675A820-B82C-20ED-4FD7-8096B1F92A8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669119" y="4754878"/>
            <a:ext cx="3874395" cy="4154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13" name="Text Placeholder 43">
            <a:extLst>
              <a:ext uri="{FF2B5EF4-FFF2-40B4-BE49-F238E27FC236}">
                <a16:creationId xmlns:a16="http://schemas.microsoft.com/office/drawing/2014/main" id="{DF422E5E-8133-BB32-C099-047DCCC1623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669119" y="5275011"/>
            <a:ext cx="3874395" cy="945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450"/>
              </a:spcAft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B07921-E735-F94C-40EB-71F2AF0C4E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77737265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>
          <p15:clr>
            <a:srgbClr val="FBAE40"/>
          </p15:clr>
        </p15:guide>
        <p15:guide id="13" pos="270">
          <p15:clr>
            <a:srgbClr val="FBAE40"/>
          </p15:clr>
        </p15:guide>
        <p15:guide id="14" orient="horz" pos="692">
          <p15:clr>
            <a:srgbClr val="FBAE40"/>
          </p15:clr>
        </p15:guide>
        <p15:guide id="15" orient="horz" pos="4049">
          <p15:clr>
            <a:srgbClr val="FBAE40"/>
          </p15:clr>
        </p15:guide>
        <p15:guide id="16" pos="740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5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1013840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Picture Placeholder 3">
            <a:extLst>
              <a:ext uri="{FF2B5EF4-FFF2-40B4-BE49-F238E27FC236}">
                <a16:creationId xmlns:a16="http://schemas.microsoft.com/office/drawing/2014/main" id="{05696C37-BDF4-2F3D-603C-E1844610595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836999" y="5718888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63" name="Picture Placeholder 3">
            <a:extLst>
              <a:ext uri="{FF2B5EF4-FFF2-40B4-BE49-F238E27FC236}">
                <a16:creationId xmlns:a16="http://schemas.microsoft.com/office/drawing/2014/main" id="{E7C418BE-D8E0-8035-E432-74FD98A897B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1288949" y="5718888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99175D0A-6D9D-DBBC-30F3-D0FC5D29CD3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4526317" y="2297048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0" name="Text Placeholder 43">
            <a:extLst>
              <a:ext uri="{FF2B5EF4-FFF2-40B4-BE49-F238E27FC236}">
                <a16:creationId xmlns:a16="http://schemas.microsoft.com/office/drawing/2014/main" id="{70D8A088-B7AE-9853-F92D-69BFEFB60E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5803" y="4754878"/>
            <a:ext cx="3874395" cy="4154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51" name="Text Placeholder 43">
            <a:extLst>
              <a:ext uri="{FF2B5EF4-FFF2-40B4-BE49-F238E27FC236}">
                <a16:creationId xmlns:a16="http://schemas.microsoft.com/office/drawing/2014/main" id="{101E0012-1AFC-2117-1AFF-131E7D68BC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6803" y="4754878"/>
            <a:ext cx="3874395" cy="4154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52" name="Text Placeholder 43">
            <a:extLst>
              <a:ext uri="{FF2B5EF4-FFF2-40B4-BE49-F238E27FC236}">
                <a16:creationId xmlns:a16="http://schemas.microsoft.com/office/drawing/2014/main" id="{76B9F0EE-35D9-4F4C-DF19-6F1329686F7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803" y="5275011"/>
            <a:ext cx="3874395" cy="945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450"/>
              </a:spcAft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53" name="Text Placeholder 43">
            <a:extLst>
              <a:ext uri="{FF2B5EF4-FFF2-40B4-BE49-F238E27FC236}">
                <a16:creationId xmlns:a16="http://schemas.microsoft.com/office/drawing/2014/main" id="{290CBF69-D6CA-7FA4-2148-5B01F5233D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06803" y="5275011"/>
            <a:ext cx="3874395" cy="945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450"/>
              </a:spcAft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F30F8F33-E146-584B-B117-177763926F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93000" y="2297048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5" name="Picture Placeholder 3">
            <a:extLst>
              <a:ext uri="{FF2B5EF4-FFF2-40B4-BE49-F238E27FC236}">
                <a16:creationId xmlns:a16="http://schemas.microsoft.com/office/drawing/2014/main" id="{93AD48AD-2E9D-CCFA-CC34-50B41218A9B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000" y="2297048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6" name="Text Placeholder 43">
            <a:extLst>
              <a:ext uri="{FF2B5EF4-FFF2-40B4-BE49-F238E27FC236}">
                <a16:creationId xmlns:a16="http://schemas.microsoft.com/office/drawing/2014/main" id="{3CFFEEC3-C7DF-AE66-30A4-4911FF001F7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669119" y="4754878"/>
            <a:ext cx="3874395" cy="4154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57" name="Text Placeholder 43">
            <a:extLst>
              <a:ext uri="{FF2B5EF4-FFF2-40B4-BE49-F238E27FC236}">
                <a16:creationId xmlns:a16="http://schemas.microsoft.com/office/drawing/2014/main" id="{AF0EB9D8-DAFE-F2BB-AAEB-93E5A6FCF4E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669119" y="5275011"/>
            <a:ext cx="3874395" cy="945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450"/>
              </a:spcAft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61" name="Text Placeholder 43">
            <a:extLst>
              <a:ext uri="{FF2B5EF4-FFF2-40B4-BE49-F238E27FC236}">
                <a16:creationId xmlns:a16="http://schemas.microsoft.com/office/drawing/2014/main" id="{8150DEEE-F1C8-412C-9A41-9C6A1510A4D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979802" y="8176718"/>
            <a:ext cx="3874395" cy="4154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62" name="Text Placeholder 43">
            <a:extLst>
              <a:ext uri="{FF2B5EF4-FFF2-40B4-BE49-F238E27FC236}">
                <a16:creationId xmlns:a16="http://schemas.microsoft.com/office/drawing/2014/main" id="{C0E9FEFA-5AB3-30A2-24C9-3AC8326327F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79802" y="8696852"/>
            <a:ext cx="3874395" cy="945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450"/>
              </a:spcAft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64" name="Text Placeholder 43">
            <a:extLst>
              <a:ext uri="{FF2B5EF4-FFF2-40B4-BE49-F238E27FC236}">
                <a16:creationId xmlns:a16="http://schemas.microsoft.com/office/drawing/2014/main" id="{7FA20DE0-E4E7-6C95-C8AA-55B9BE2AE57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431751" y="8176718"/>
            <a:ext cx="3874395" cy="4154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65" name="Text Placeholder 43">
            <a:extLst>
              <a:ext uri="{FF2B5EF4-FFF2-40B4-BE49-F238E27FC236}">
                <a16:creationId xmlns:a16="http://schemas.microsoft.com/office/drawing/2014/main" id="{BC1BB4AA-BCDE-6809-1034-93EE2784F50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431751" y="8696852"/>
            <a:ext cx="3874395" cy="945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450"/>
              </a:spcAft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BA4B36-92F3-CCD6-D942-4A1C8BE3CC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16453700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>
          <p15:clr>
            <a:srgbClr val="FBAE40"/>
          </p15:clr>
        </p15:guide>
        <p15:guide id="13" pos="270">
          <p15:clr>
            <a:srgbClr val="FBAE40"/>
          </p15:clr>
        </p15:guide>
        <p15:guide id="14" orient="horz" pos="692">
          <p15:clr>
            <a:srgbClr val="FBAE40"/>
          </p15:clr>
        </p15:guide>
        <p15:guide id="15" orient="horz" pos="4049">
          <p15:clr>
            <a:srgbClr val="FBAE40"/>
          </p15:clr>
        </p15:guide>
        <p15:guide id="16" pos="7409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5372557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Picture Placeholder 3">
            <a:extLst>
              <a:ext uri="{FF2B5EF4-FFF2-40B4-BE49-F238E27FC236}">
                <a16:creationId xmlns:a16="http://schemas.microsoft.com/office/drawing/2014/main" id="{2E005BC1-0A00-6A3F-9AB9-2090FB403C5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3719600" y="1647000"/>
            <a:ext cx="4568400" cy="8640000"/>
          </a:xfrm>
          <a:blipFill>
            <a:blip r:embed="rId5"/>
            <a:stretch>
              <a:fillRect/>
            </a:stretch>
          </a:blip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997" y="3024000"/>
            <a:ext cx="7883916" cy="452817"/>
          </a:xfrm>
        </p:spPr>
        <p:txBody>
          <a:bodyPr>
            <a:noAutofit/>
          </a:bodyPr>
          <a:lstStyle>
            <a:lvl1pPr marL="0" indent="0" rtl="0">
              <a:lnSpc>
                <a:spcPct val="120000"/>
              </a:lnSpc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997" y="2281238"/>
            <a:ext cx="7883916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4D03EDE8-139D-E4AC-B2DF-0B4ABE45D5E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48000" y="2295000"/>
            <a:ext cx="3240000" cy="32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EBE14B7E-1369-C17A-8857-D645DEE0EC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83997" y="4271291"/>
            <a:ext cx="7883916" cy="1709493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Company address on three lines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9030AA-2D09-D294-83F5-D911E61974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997" y="6803904"/>
            <a:ext cx="7883916" cy="2837778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EE503F-5E60-20CF-7913-904004C1F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98872465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>
          <p15:clr>
            <a:srgbClr val="FBAE40"/>
          </p15:clr>
        </p15:guide>
        <p15:guide id="18" pos="270">
          <p15:clr>
            <a:srgbClr val="FBAE40"/>
          </p15:clr>
        </p15:guide>
        <p15:guide id="19" orient="horz" pos="692">
          <p15:clr>
            <a:srgbClr val="FBAE40"/>
          </p15:clr>
        </p15:guide>
        <p15:guide id="20" orient="horz" pos="4049">
          <p15:clr>
            <a:srgbClr val="FBAE40"/>
          </p15:clr>
        </p15:guide>
        <p15:guide id="21" pos="576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5549101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Picture Placeholder 3">
            <a:extLst>
              <a:ext uri="{FF2B5EF4-FFF2-40B4-BE49-F238E27FC236}">
                <a16:creationId xmlns:a16="http://schemas.microsoft.com/office/drawing/2014/main" id="{5AC5C679-4332-8618-78DC-64B8D168617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3719600" y="1647000"/>
            <a:ext cx="4568400" cy="8640000"/>
          </a:xfrm>
          <a:blipFill>
            <a:blip r:embed="rId5"/>
            <a:stretch>
              <a:fillRect/>
            </a:stretch>
          </a:blip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9030AA-2D09-D294-83F5-D911E619749C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51687" y="7314452"/>
            <a:ext cx="5880426" cy="2327231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DF2A2FE6-E130-9A0B-843E-C9F6EEF7AD7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87487" y="7314452"/>
            <a:ext cx="5880426" cy="2327231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51687" y="5764314"/>
            <a:ext cx="5880426" cy="951414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48000" y="5021552"/>
            <a:ext cx="5880426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4D03EDE8-139D-E4AC-B2DF-0B4ABE45D5E2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648000" y="2295000"/>
            <a:ext cx="2430000" cy="243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AFF74F02-727B-636D-E509-15BFB0DBA67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187487" y="2295000"/>
            <a:ext cx="2430000" cy="243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400E275A-9507-FD29-6760-794ED70D2D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87487" y="5764314"/>
            <a:ext cx="5880426" cy="951414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E72AEA63-EC16-F334-143C-F4F407B918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87487" y="5021552"/>
            <a:ext cx="5880426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146B3A-75B7-5620-B3DF-822D076AD0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80958905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9" orient="horz" pos="963">
          <p15:clr>
            <a:srgbClr val="FBAE40"/>
          </p15:clr>
        </p15:guide>
        <p15:guide id="10" pos="270">
          <p15:clr>
            <a:srgbClr val="FBAE40"/>
          </p15:clr>
        </p15:guide>
        <p15:guide id="11" orient="horz" pos="692">
          <p15:clr>
            <a:srgbClr val="FBAE40"/>
          </p15:clr>
        </p15:guide>
        <p15:guide id="12" orient="horz" pos="4049">
          <p15:clr>
            <a:srgbClr val="FBAE40"/>
          </p15:clr>
        </p15:guide>
        <p15:guide id="16" pos="576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3013948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9030AA-2D09-D294-83F5-D911E619749C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54150" y="7314452"/>
            <a:ext cx="5219700" cy="2327231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DF2A2FE6-E130-9A0B-843E-C9F6EEF7AD7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34150" y="7314452"/>
            <a:ext cx="5219700" cy="2327231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47999" y="5764314"/>
            <a:ext cx="5219700" cy="951414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47999" y="5021552"/>
            <a:ext cx="5219700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4D03EDE8-139D-E4AC-B2DF-0B4ABE45D5E2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648000" y="2295000"/>
            <a:ext cx="2430000" cy="243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AFF74F02-727B-636D-E509-15BFB0DBA67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34150" y="2295000"/>
            <a:ext cx="2430000" cy="243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400E275A-9507-FD29-6760-794ED70D2D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34150" y="5764314"/>
            <a:ext cx="5219700" cy="951414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E72AEA63-EC16-F334-143C-F4F407B918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34150" y="5021552"/>
            <a:ext cx="5219700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FD97310F-BF77-3052-7D5F-521AE85495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418220" y="7314452"/>
            <a:ext cx="5219700" cy="2327231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A03D3B0-D87F-65E2-20D2-2E3D4FC53E1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2418220" y="2295000"/>
            <a:ext cx="2430000" cy="243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AC0C46D-924E-6086-ABF8-9C7B8618C2F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418220" y="5764314"/>
            <a:ext cx="5219700" cy="951414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DE75E8A5-8070-B311-99AA-D3C4B3C392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418220" y="5021552"/>
            <a:ext cx="5219700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BE829B-D1F1-110E-2A2D-99BA9886B4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22262467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9" orient="horz" pos="963">
          <p15:clr>
            <a:srgbClr val="FBAE40"/>
          </p15:clr>
        </p15:guide>
        <p15:guide id="10" pos="270">
          <p15:clr>
            <a:srgbClr val="FBAE40"/>
          </p15:clr>
        </p15:guide>
        <p15:guide id="11" orient="horz" pos="692">
          <p15:clr>
            <a:srgbClr val="FBAE40"/>
          </p15:clr>
        </p15:guide>
        <p15:guide id="12" orient="horz" pos="4049">
          <p15:clr>
            <a:srgbClr val="FBAE40"/>
          </p15:clr>
        </p15:guide>
        <p15:guide id="19" pos="740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3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1.xml"/><Relationship Id="rId3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075058B-0DA5-BCC2-2884-A3AA6637B8D8}"/>
              </a:ext>
            </a:extLst>
          </p:cNvPr>
          <p:cNvGraphicFramePr>
            <a:graphicFrameLocks noChangeAspect="1"/>
          </p:cNvGraphicFramePr>
          <p:nvPr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2100780919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306" imgH="306" progId="TCLayout.ActiveDocument.1">
                  <p:embed/>
                </p:oleObj>
              </mc:Choice>
              <mc:Fallback>
                <p:oleObj name="think-cell Slide" r:id="rId28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075058B-0DA5-BCC2-2884-A3AA6637B8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2B6DD6-B6DA-4A3B-AA01-32E0D7927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GB" noProof="0" dirty="0"/>
              <a:t>Title, 28pt, </a:t>
            </a:r>
            <a:br>
              <a:rPr lang="en-GB" noProof="0" dirty="0"/>
            </a:br>
            <a:r>
              <a:rPr lang="en-GB" noProof="0" dirty="0"/>
              <a:t>2 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E9B469-A741-AADC-88BD-759DB5D44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8000" y="2281237"/>
            <a:ext cx="16992000" cy="735776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/>
            <a:r>
              <a:rPr lang="en-GB" noProof="0" dirty="0"/>
              <a:t>First level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Sixth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D0CF3-0723-425A-205C-484322D63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368" y="10650900"/>
            <a:ext cx="6172200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rtl="0">
              <a:defRPr sz="1500">
                <a:solidFill>
                  <a:schemeClr val="bg2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331C2-6712-205D-6768-F1C229CF0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16400" y="10650900"/>
            <a:ext cx="707232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r" rtl="0">
              <a:defRPr sz="1500">
                <a:solidFill>
                  <a:schemeClr val="bg2"/>
                </a:solidFill>
              </a:defRPr>
            </a:lvl1pPr>
          </a:lstStyle>
          <a:p>
            <a:fld id="{97B27895-1833-42C6-927E-7C9AD7EEEA97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85608BD-05B9-34D2-34A7-A5AF7917B1E7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6532422" y="529200"/>
            <a:ext cx="1107578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01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transition spd="slow">
    <p:push dir="u"/>
  </p:transition>
  <p:hf sldNum="0" hdr="0" ftr="0" dt="0"/>
  <p:txStyles>
    <p:titleStyle>
      <a:lvl1pPr algn="l" defTabSz="1371600" rtl="0" eaLnBrk="1" latinLnBrk="0" hangingPunct="1">
        <a:lnSpc>
          <a:spcPct val="100000"/>
        </a:lnSpc>
        <a:spcBef>
          <a:spcPct val="0"/>
        </a:spcBef>
        <a:buNone/>
        <a:defRPr sz="4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05000" indent="-405000" algn="l" defTabSz="1371600" rtl="0" eaLnBrk="1" latinLnBrk="0" hangingPunct="1">
        <a:lnSpc>
          <a:spcPct val="120000"/>
        </a:lnSpc>
        <a:spcBef>
          <a:spcPts val="0"/>
        </a:spcBef>
        <a:spcAft>
          <a:spcPts val="900"/>
        </a:spcAft>
        <a:buClr>
          <a:schemeClr val="tx1"/>
        </a:buClr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810000" indent="-405000" algn="l" defTabSz="1371600" rtl="0" eaLnBrk="1" latinLnBrk="0" hangingPunct="1">
        <a:lnSpc>
          <a:spcPct val="120000"/>
        </a:lnSpc>
        <a:spcBef>
          <a:spcPts val="0"/>
        </a:spcBef>
        <a:spcAft>
          <a:spcPts val="900"/>
        </a:spcAft>
        <a:buClr>
          <a:schemeClr val="tx1"/>
        </a:buClr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15000" indent="-405000" algn="l" defTabSz="1371600" rtl="0" eaLnBrk="1" latinLnBrk="0" hangingPunct="1">
        <a:lnSpc>
          <a:spcPct val="12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620000" indent="-405000" algn="l" defTabSz="1371600" rtl="0" eaLnBrk="1" latinLnBrk="0" hangingPunct="1">
        <a:lnSpc>
          <a:spcPct val="12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025000" indent="-405000" algn="l" defTabSz="1371600" rtl="0" eaLnBrk="1" latinLnBrk="0" hangingPunct="1">
        <a:lnSpc>
          <a:spcPct val="12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2430000" indent="-405000" algn="l" defTabSz="1371600" rtl="0" eaLnBrk="1" latinLnBrk="0" hangingPunct="1">
        <a:lnSpc>
          <a:spcPct val="12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7.xml"/><Relationship Id="rId6" Type="http://schemas.openxmlformats.org/officeDocument/2006/relationships/image" Target="../media/image12.jpg"/><Relationship Id="rId11" Type="http://schemas.openxmlformats.org/officeDocument/2006/relationships/image" Target="../media/image17.png"/><Relationship Id="rId5" Type="http://schemas.openxmlformats.org/officeDocument/2006/relationships/image" Target="../media/image1.emf"/><Relationship Id="rId10" Type="http://schemas.openxmlformats.org/officeDocument/2006/relationships/image" Target="../media/image16.svg"/><Relationship Id="rId4" Type="http://schemas.openxmlformats.org/officeDocument/2006/relationships/oleObject" Target="../embeddings/oleObject26.bin"/><Relationship Id="rId9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8.xml"/><Relationship Id="rId6" Type="http://schemas.openxmlformats.org/officeDocument/2006/relationships/image" Target="../media/image20.jp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7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9.xml"/><Relationship Id="rId6" Type="http://schemas.openxmlformats.org/officeDocument/2006/relationships/image" Target="../media/image23.jpg"/><Relationship Id="rId5" Type="http://schemas.openxmlformats.org/officeDocument/2006/relationships/image" Target="../media/image22.emf"/><Relationship Id="rId4" Type="http://schemas.openxmlformats.org/officeDocument/2006/relationships/oleObject" Target="../embeddings/oleObject28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0.xml"/><Relationship Id="rId6" Type="http://schemas.openxmlformats.org/officeDocument/2006/relationships/image" Target="../media/image23.jpg"/><Relationship Id="rId5" Type="http://schemas.openxmlformats.org/officeDocument/2006/relationships/image" Target="../media/image22.emf"/><Relationship Id="rId4" Type="http://schemas.openxmlformats.org/officeDocument/2006/relationships/oleObject" Target="../embeddings/oleObject2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BBE1C08-AA88-72BB-AF71-C57753F3F38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BBE1C08-AA88-72BB-AF71-C57753F3F3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B458723-F8F0-9DEE-EB70-04F588D700D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/>
          <a:srcRect t="26389" b="26389"/>
          <a:stretch/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02ED5A7-572B-82DF-E867-D87AF7CFD7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bbv Software Services AG  |  </a:t>
            </a:r>
            <a:r>
              <a:rPr lang="en-CH"/>
              <a:t>Date</a:t>
            </a:r>
            <a:r>
              <a:rPr lang="en-US"/>
              <a:t>: 21/07/2025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A50645-4898-AAC6-F648-5D00E1663E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/>
              <a:t>Presentation on MS Lists Functionalities</a:t>
            </a:r>
            <a:endParaRPr lang="en-GB" noProof="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76990F-B249-6611-0800-1DA433F97A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CH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EC3FBF0-6FE4-4ED5-97F7-BC43A1D2912A}"/>
              </a:ext>
            </a:extLst>
          </p:cNvPr>
          <p:cNvGrpSpPr/>
          <p:nvPr/>
        </p:nvGrpSpPr>
        <p:grpSpPr>
          <a:xfrm>
            <a:off x="14393747" y="3520299"/>
            <a:ext cx="2604509" cy="789402"/>
            <a:chOff x="8343600" y="2412129"/>
            <a:chExt cx="2315118" cy="701691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0A1A25B-D699-C973-F9E8-41E61746C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343600" y="2412129"/>
              <a:ext cx="1954171" cy="360000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80F7C00-B899-BC79-5218-8DD951C055F2}"/>
                </a:ext>
              </a:extLst>
            </p:cNvPr>
            <p:cNvGrpSpPr/>
            <p:nvPr/>
          </p:nvGrpSpPr>
          <p:grpSpPr>
            <a:xfrm>
              <a:off x="8343600" y="2915820"/>
              <a:ext cx="2315118" cy="198000"/>
              <a:chOff x="8343600" y="2903749"/>
              <a:chExt cx="2315118" cy="198000"/>
            </a:xfrm>
          </p:grpSpPr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88E55AF8-2654-F41B-C4A1-D490B9B589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124668" y="2914533"/>
                <a:ext cx="1534050" cy="180000"/>
              </a:xfrm>
              <a:prstGeom prst="rect">
                <a:avLst/>
              </a:prstGeom>
            </p:spPr>
          </p:pic>
          <p:pic>
            <p:nvPicPr>
              <p:cNvPr id="17" name="Graphic 16">
                <a:extLst>
                  <a:ext uri="{FF2B5EF4-FFF2-40B4-BE49-F238E27FC236}">
                    <a16:creationId xmlns:a16="http://schemas.microsoft.com/office/drawing/2014/main" id="{57BBDFB2-E80D-449C-2D7B-F4BAB3531D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8343600" y="2903749"/>
                <a:ext cx="565068" cy="198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85713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561E403-33F7-B94A-DE82-295AC6F21A5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25" r="15853"/>
          <a:stretch/>
        </p:blipFill>
        <p:spPr>
          <a:xfrm>
            <a:off x="9144000" y="1647000"/>
            <a:ext cx="9144000" cy="8640000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E50F8-6089-8B05-8B3F-8F26994E48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000" y="2333498"/>
            <a:ext cx="7848000" cy="7344000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Key Functionalities</a:t>
            </a:r>
          </a:p>
          <a:p>
            <a:r>
              <a:rPr lang="en-US" dirty="0"/>
              <a:t>Q&amp;A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2823D42-BBCC-FF67-3367-1A97BAB84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859810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9B0D693-42D5-3C0F-5ED4-40522D2C12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9B0D693-42D5-3C0F-5ED4-40522D2C1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F648B22-9BC3-A38D-EECF-81EDB4845C6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59" b="42247"/>
          <a:stretch/>
        </p:blipFill>
        <p:spPr>
          <a:xfrm>
            <a:off x="0" y="1647000"/>
            <a:ext cx="18288000" cy="3240000"/>
          </a:xfr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1F6CD6B-1F52-35AC-8E87-6337B4A107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What is MS Lists?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CCE0C7-F39C-A9B7-EFD4-CECED4307F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/>
              <a:t>Introduction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2589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7E9F1D8E-5CD6-669B-488D-B0394463E63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4559" t="-5617" r="31079" b="-2491"/>
          <a:stretch>
            <a:fillRect/>
          </a:stretch>
        </p:blipFill>
        <p:spPr>
          <a:xfrm>
            <a:off x="9144000" y="1647000"/>
            <a:ext cx="9144000" cy="8640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E9E7B5-BDF1-4F3B-5DC4-0AD36B6113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1003934" lvl="1" indent="-501968">
              <a:lnSpc>
                <a:spcPct val="100000"/>
              </a:lnSpc>
              <a:buFont typeface="Arial"/>
              <a:buChar char="•"/>
            </a:pPr>
            <a:r>
              <a:rPr lang="en-US" sz="2800" dirty="0">
                <a:solidFill>
                  <a:srgbClr val="333333"/>
                </a:solidFill>
                <a:ea typeface="Arial"/>
                <a:cs typeface="Arial"/>
                <a:sym typeface="Arial"/>
              </a:rPr>
              <a:t>MS List is a tool for managing structured lists of data</a:t>
            </a:r>
          </a:p>
          <a:p>
            <a:pPr marL="1003934" lvl="1" indent="-501968">
              <a:lnSpc>
                <a:spcPct val="100000"/>
              </a:lnSpc>
              <a:buFont typeface="Arial"/>
              <a:buChar char="•"/>
            </a:pPr>
            <a:r>
              <a:rPr lang="en-US" sz="2800" dirty="0">
                <a:solidFill>
                  <a:srgbClr val="333333"/>
                </a:solidFill>
                <a:ea typeface="Arial"/>
                <a:cs typeface="Arial"/>
                <a:sym typeface="Arial"/>
              </a:rPr>
              <a:t>Works like a simple table or database</a:t>
            </a:r>
          </a:p>
          <a:p>
            <a:pPr marL="1003934" lvl="1" indent="-501968">
              <a:lnSpc>
                <a:spcPct val="100000"/>
              </a:lnSpc>
              <a:buFont typeface="Arial"/>
              <a:buChar char="•"/>
            </a:pPr>
            <a:r>
              <a:rPr lang="en-US" sz="2800" dirty="0">
                <a:solidFill>
                  <a:srgbClr val="333333"/>
                </a:solidFill>
                <a:ea typeface="Arial"/>
                <a:cs typeface="Arial"/>
                <a:sym typeface="Arial"/>
              </a:rPr>
              <a:t>Let’s users:</a:t>
            </a:r>
          </a:p>
          <a:p>
            <a:pPr marL="2007869" lvl="2" indent="-669290">
              <a:lnSpc>
                <a:spcPct val="100000"/>
              </a:lnSpc>
              <a:buFont typeface="Arial"/>
              <a:buChar char="⚬"/>
            </a:pPr>
            <a:r>
              <a:rPr lang="en-US" sz="2800" dirty="0">
                <a:solidFill>
                  <a:srgbClr val="333333"/>
                </a:solidFill>
                <a:ea typeface="Arial"/>
                <a:cs typeface="Arial"/>
                <a:sym typeface="Arial"/>
              </a:rPr>
              <a:t>Create lists</a:t>
            </a:r>
          </a:p>
          <a:p>
            <a:pPr marL="2007869" lvl="2" indent="-669290">
              <a:lnSpc>
                <a:spcPct val="100000"/>
              </a:lnSpc>
              <a:buFont typeface="Arial"/>
              <a:buChar char="⚬"/>
            </a:pPr>
            <a:r>
              <a:rPr lang="en-US" sz="2800" dirty="0">
                <a:solidFill>
                  <a:srgbClr val="333333"/>
                </a:solidFill>
                <a:ea typeface="Arial"/>
                <a:cs typeface="Arial"/>
                <a:sym typeface="Arial"/>
              </a:rPr>
              <a:t>View data</a:t>
            </a:r>
          </a:p>
          <a:p>
            <a:pPr marL="2007869" lvl="2" indent="-669290">
              <a:lnSpc>
                <a:spcPct val="100000"/>
              </a:lnSpc>
              <a:buFont typeface="Arial"/>
              <a:buChar char="⚬"/>
            </a:pPr>
            <a:r>
              <a:rPr lang="en-US" sz="2800" dirty="0">
                <a:solidFill>
                  <a:srgbClr val="333333"/>
                </a:solidFill>
                <a:ea typeface="Arial"/>
                <a:cs typeface="Arial"/>
                <a:sym typeface="Arial"/>
              </a:rPr>
              <a:t>Manage info clearly and easily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1DB2E-AD64-0680-8783-D12FD58E83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What is Microsoft Lists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5096EED-E4A7-AF91-27B1-EB89B3B3A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0991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D18B968-C584-8DAD-AD19-51B0EF32223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383" y="2382"/>
          <a:ext cx="1841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CD18B968-C584-8DAD-AD19-51B0EF3222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83" y="2382"/>
                        <a:ext cx="1841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97CEAA93-EF5B-6E0E-C86D-8320414DF7B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92" b="32292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C2C5989-BC54-3BBD-8A51-0597FC8808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/>
              <a:t>Key Functionalities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06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A8424D-E30A-CC8F-7CCA-CAC552D85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58858" y="1943100"/>
            <a:ext cx="10829142" cy="6957722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27CAB0-B37D-52A6-4426-B2C2E84419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999" y="2740325"/>
            <a:ext cx="7316129" cy="4806348"/>
          </a:xfrm>
        </p:spPr>
        <p:txBody>
          <a:bodyPr wrap="square"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/>
              <a:t>Create and Manage Lists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Custom Columns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Manage List Items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Custom Views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Conditional Formatting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Permissions and Sharing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Built-in Templates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2C62CE5-8D7B-3AB9-4C63-246726DC0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/>
              <a:t>Key Functionalities of MS Lists</a:t>
            </a:r>
          </a:p>
        </p:txBody>
      </p:sp>
    </p:spTree>
    <p:extLst>
      <p:ext uri="{BB962C8B-B14F-4D97-AF65-F5344CB8AC3E}">
        <p14:creationId xmlns:p14="http://schemas.microsoft.com/office/powerpoint/2010/main" val="13618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8FF9ECD-E04B-9B6C-75C2-0FA45FCB0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Screen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BC1C0016-F66F-876F-08C6-4F899C98CED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393" b="393"/>
          <a:stretch/>
        </p:blipFill>
        <p:spPr/>
      </p:pic>
    </p:spTree>
    <p:extLst>
      <p:ext uri="{BB962C8B-B14F-4D97-AF65-F5344CB8AC3E}">
        <p14:creationId xmlns:p14="http://schemas.microsoft.com/office/powerpoint/2010/main" val="3505235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8FF9ECD-E04B-9B6C-75C2-0FA45FCB0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Screen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59BDE6-57EE-5D6F-96B9-515430107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52" y="1943100"/>
            <a:ext cx="17943096" cy="824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348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8FF9ECD-E04B-9B6C-75C2-0FA45FCB0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Screen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28A99F2-D095-C49D-7E0D-E8600F243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866900"/>
            <a:ext cx="15392400" cy="804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423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4864C-4583-CC29-9DF4-730C90929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6482B54-9CF4-9EAB-0CED-7385EC256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/>
              <a:t>Dashboard Screen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2B86943-B0BF-13C0-910C-8993D5B0E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2911" y="1485900"/>
            <a:ext cx="12862178" cy="880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186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8FF9ECD-E04B-9B6C-75C2-0FA45FCB0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Screen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A5A31C3-A814-F272-7897-E624930E1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1753680"/>
            <a:ext cx="9610791" cy="852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509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CF4D9-2F87-79EA-153C-552F34C2D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0F1A088-7490-7621-ECF9-0EA7052AC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/>
              <a:t>Dashboard Screen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CE522D-FC08-5E14-A428-862160881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866900"/>
            <a:ext cx="15849600" cy="805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581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AE478-4911-D45A-7A84-ABA3EBD9D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7524BDD-C6F5-8DBA-E0DD-04E9C990C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List Screen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5D05D5-8EF3-D1EF-05D0-3886A1D7C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52" y="1409700"/>
            <a:ext cx="17863095" cy="845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114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CF4D9-2F87-79EA-153C-552F34C2D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0F1A088-7490-7621-ECF9-0EA7052AC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Create List From List Type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F54DD0-7F64-EB9A-5DFC-4C7145163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71" y="1647000"/>
            <a:ext cx="17145930" cy="858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482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26619-FFFF-5302-9D68-83328BFD0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E4EABAE-EECB-BFE2-DE62-E4E7DE8DA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Create List Screen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F08E40B-BCF6-593A-0801-70707061B84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3187" b="3187"/>
          <a:stretch/>
        </p:blipFill>
        <p:spPr/>
      </p:pic>
    </p:spTree>
    <p:extLst>
      <p:ext uri="{BB962C8B-B14F-4D97-AF65-F5344CB8AC3E}">
        <p14:creationId xmlns:p14="http://schemas.microsoft.com/office/powerpoint/2010/main" val="364169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26619-FFFF-5302-9D68-83328BFD0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E4EABAE-EECB-BFE2-DE62-E4E7DE8DA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Create List Screen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4813B33-3F5F-153F-E137-495B389362D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2712" b="2712"/>
          <a:stretch/>
        </p:blipFill>
        <p:spPr/>
      </p:pic>
    </p:spTree>
    <p:extLst>
      <p:ext uri="{BB962C8B-B14F-4D97-AF65-F5344CB8AC3E}">
        <p14:creationId xmlns:p14="http://schemas.microsoft.com/office/powerpoint/2010/main" val="2322599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F2766-D0DA-8CB6-F748-E2B98E4BD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0AE4D48-0173-8042-5B42-8B7703477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Create List From Template</a:t>
            </a:r>
          </a:p>
        </p:txBody>
      </p:sp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4BBA0D4F-937A-412D-3B78-4D37B7C56D2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7880" b="7880"/>
          <a:stretch/>
        </p:blipFill>
        <p:spPr/>
      </p:pic>
    </p:spTree>
    <p:extLst>
      <p:ext uri="{BB962C8B-B14F-4D97-AF65-F5344CB8AC3E}">
        <p14:creationId xmlns:p14="http://schemas.microsoft.com/office/powerpoint/2010/main" val="561218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F2766-D0DA-8CB6-F748-E2B98E4BD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0AE4D48-0173-8042-5B42-8B7703477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Create List From Template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CE567D92-9F41-9F54-8C66-F908EE61FBE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7062" b="7062"/>
          <a:stretch/>
        </p:blipFill>
        <p:spPr/>
      </p:pic>
    </p:spTree>
    <p:extLst>
      <p:ext uri="{BB962C8B-B14F-4D97-AF65-F5344CB8AC3E}">
        <p14:creationId xmlns:p14="http://schemas.microsoft.com/office/powerpoint/2010/main" val="11187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86DA6-C8B0-C5C4-F8D5-75EA773E8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16EFF65-BED0-97FB-2976-DB9AFB262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Template View &amp; Template Column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1AAAF11-6609-D9AA-06CC-74DDE48876C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679" b="679"/>
          <a:stretch/>
        </p:blipFill>
        <p:spPr>
          <a:xfrm>
            <a:off x="304800" y="1485900"/>
            <a:ext cx="18288000" cy="8640000"/>
          </a:xfrm>
        </p:spPr>
      </p:pic>
    </p:spTree>
    <p:extLst>
      <p:ext uri="{BB962C8B-B14F-4D97-AF65-F5344CB8AC3E}">
        <p14:creationId xmlns:p14="http://schemas.microsoft.com/office/powerpoint/2010/main" val="2402248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86DA6-C8B0-C5C4-F8D5-75EA773E8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16EFF65-BED0-97FB-2976-DB9AFB262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Template View &amp; Template Column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BDFC5B3D-8410-19F7-C701-7FA6A2E4CCF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10249" b="10249"/>
          <a:stretch/>
        </p:blipFill>
        <p:spPr/>
      </p:pic>
    </p:spTree>
    <p:extLst>
      <p:ext uri="{BB962C8B-B14F-4D97-AF65-F5344CB8AC3E}">
        <p14:creationId xmlns:p14="http://schemas.microsoft.com/office/powerpoint/2010/main" val="56816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0EF38-376F-1BD6-5CAC-C19E1A23E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BCDE327-815A-7899-3890-2C397D9CA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List Management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F9EC249-2F1D-93FA-82F7-B0F716103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790700"/>
            <a:ext cx="17662459" cy="784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15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0EF38-376F-1BD6-5CAC-C19E1A23E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BCDE327-815A-7899-3890-2C397D9CA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dirty="0"/>
              <a:t>List Management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0ABCE54-E25A-11F8-54B3-B0FFE2D95D3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5053" b="5053"/>
          <a:stretch/>
        </p:blipFill>
        <p:spPr/>
      </p:pic>
    </p:spTree>
    <p:extLst>
      <p:ext uri="{BB962C8B-B14F-4D97-AF65-F5344CB8AC3E}">
        <p14:creationId xmlns:p14="http://schemas.microsoft.com/office/powerpoint/2010/main" val="376267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4AE94-9C99-2013-F9F0-3E2755DD8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35C2F91-A801-434C-A0DF-099E4FFF5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List Row Detail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D9A7ADC7-4D4B-12CB-AA07-68458D26E7F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780" b="780"/>
          <a:stretch>
            <a:fillRect/>
          </a:stretch>
        </p:blipFill>
        <p:spPr>
          <a:xfrm>
            <a:off x="0" y="1646238"/>
            <a:ext cx="18288000" cy="864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865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4AE94-9C99-2013-F9F0-3E2755DD8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35C2F91-A801-434C-A0DF-099E4FFF5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List Row Detail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24162356-2EF8-B265-AF7F-04EE50B2E3F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8521" b="8521"/>
          <a:stretch/>
        </p:blipFill>
        <p:spPr/>
      </p:pic>
    </p:spTree>
    <p:extLst>
      <p:ext uri="{BB962C8B-B14F-4D97-AF65-F5344CB8AC3E}">
        <p14:creationId xmlns:p14="http://schemas.microsoft.com/office/powerpoint/2010/main" val="227471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EF8A1-492E-D225-2B6B-B6D52915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F118052-DF54-D4A4-9B78-FE0346D9E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/>
              <a:t>List Dynamic Column</a:t>
            </a: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F9CBE3FC-76CD-142F-807D-232F09C1884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538" r="538"/>
          <a:stretch/>
        </p:blipFill>
        <p:spPr/>
      </p:pic>
    </p:spTree>
    <p:extLst>
      <p:ext uri="{BB962C8B-B14F-4D97-AF65-F5344CB8AC3E}">
        <p14:creationId xmlns:p14="http://schemas.microsoft.com/office/powerpoint/2010/main" val="1608011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EF8A1-492E-D225-2B6B-B6D52915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F118052-DF54-D4A4-9B78-FE0346D9E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/>
              <a:t>List Dynamic Column</a:t>
            </a: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DE948695-13D6-8DDA-C631-49AB982CE2A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6299" b="6299"/>
          <a:stretch/>
        </p:blipFill>
        <p:spPr/>
      </p:pic>
    </p:spTree>
    <p:extLst>
      <p:ext uri="{BB962C8B-B14F-4D97-AF65-F5344CB8AC3E}">
        <p14:creationId xmlns:p14="http://schemas.microsoft.com/office/powerpoint/2010/main" val="3546749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E733E-D767-3AC2-04A7-69E5FD974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8FFE9C9-9C71-D595-387F-F8C47AC84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/>
              <a:t>Dynamic Column Setting</a:t>
            </a:r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755ABE1A-580A-B808-5AAC-FE4B72F39C6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8269" b="8269"/>
          <a:stretch/>
        </p:blipFill>
        <p:spPr/>
      </p:pic>
    </p:spTree>
    <p:extLst>
      <p:ext uri="{BB962C8B-B14F-4D97-AF65-F5344CB8AC3E}">
        <p14:creationId xmlns:p14="http://schemas.microsoft.com/office/powerpoint/2010/main" val="585905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E733E-D767-3AC2-04A7-69E5FD974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8FFE9C9-9C71-D595-387F-F8C47AC84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/>
              <a:t>Dynamic Column Setting</a:t>
            </a:r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14CBDC69-0690-1BD7-47C7-618F695156D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4422" r="4422"/>
          <a:stretch/>
        </p:blipFill>
        <p:spPr/>
      </p:pic>
    </p:spTree>
    <p:extLst>
      <p:ext uri="{BB962C8B-B14F-4D97-AF65-F5344CB8AC3E}">
        <p14:creationId xmlns:p14="http://schemas.microsoft.com/office/powerpoint/2010/main" val="958940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E733E-D767-3AC2-04A7-69E5FD974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8FFE9C9-9C71-D595-387F-F8C47AC84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/>
              <a:t>Dynamic Column Setting</a:t>
            </a: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1BB915C-6F94-AC9A-9E1A-5FADB7C2918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1996" b="1996"/>
          <a:stretch/>
        </p:blipFill>
        <p:spPr/>
      </p:pic>
    </p:spTree>
    <p:extLst>
      <p:ext uri="{BB962C8B-B14F-4D97-AF65-F5344CB8AC3E}">
        <p14:creationId xmlns:p14="http://schemas.microsoft.com/office/powerpoint/2010/main" val="138363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E733E-D767-3AC2-04A7-69E5FD974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8FFE9C9-9C71-D595-387F-F8C47AC84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/>
              <a:t>Dynamic Column Setting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DA7A477-BE4A-A724-3F0F-F7BC799B2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97380"/>
            <a:ext cx="6735764" cy="78627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745646A-28AB-7D16-7C5D-DDE3529511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18" r="4733"/>
          <a:stretch/>
        </p:blipFill>
        <p:spPr>
          <a:xfrm>
            <a:off x="6248400" y="2545080"/>
            <a:ext cx="11279903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009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EF8A1-492E-D225-2B6B-B6D52915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DE8C7411-AEF6-D5EA-1799-468AC927FE2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2045" b="2045"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2F118052-DF54-D4A4-9B78-FE0346D9E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/>
              <a:t>System </a:t>
            </a:r>
            <a:r>
              <a:rPr lang="en-US" dirty="0"/>
              <a:t>Column</a:t>
            </a:r>
          </a:p>
        </p:txBody>
      </p:sp>
    </p:spTree>
    <p:extLst>
      <p:ext uri="{BB962C8B-B14F-4D97-AF65-F5344CB8AC3E}">
        <p14:creationId xmlns:p14="http://schemas.microsoft.com/office/powerpoint/2010/main" val="3671213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EF8A1-492E-D225-2B6B-B6D52915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F118052-DF54-D4A4-9B78-FE0346D9E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/>
              <a:t>System </a:t>
            </a:r>
            <a:r>
              <a:rPr lang="en-US" dirty="0"/>
              <a:t>Column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8F715DD8-28C1-CD0F-1DB2-0498EEE0A77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2716" b="2716"/>
          <a:stretch/>
        </p:blipFill>
        <p:spPr/>
      </p:pic>
    </p:spTree>
    <p:extLst>
      <p:ext uri="{BB962C8B-B14F-4D97-AF65-F5344CB8AC3E}">
        <p14:creationId xmlns:p14="http://schemas.microsoft.com/office/powerpoint/2010/main" val="2579691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ABCF3-8133-6283-0B32-0AA491A00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5D024FB-41DA-AF68-5E05-C4A9625A4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List View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904C3DAC-A0C0-D8E6-39CD-98A246CCD10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3543" b="3543"/>
          <a:stretch/>
        </p:blipFill>
        <p:spPr/>
      </p:pic>
    </p:spTree>
    <p:extLst>
      <p:ext uri="{BB962C8B-B14F-4D97-AF65-F5344CB8AC3E}">
        <p14:creationId xmlns:p14="http://schemas.microsoft.com/office/powerpoint/2010/main" val="3265042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ABCF3-8133-6283-0B32-0AA491A00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5D024FB-41DA-AF68-5E05-C4A9625A4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List View</a:t>
            </a: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7FDD03F5-C089-A145-0F38-70C4AADD97C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2677" b="2677"/>
          <a:stretch/>
        </p:blipFill>
        <p:spPr>
          <a:xfrm>
            <a:off x="-12700" y="1652588"/>
            <a:ext cx="18288000" cy="8640762"/>
          </a:xfrm>
        </p:spPr>
      </p:pic>
    </p:spTree>
    <p:extLst>
      <p:ext uri="{BB962C8B-B14F-4D97-AF65-F5344CB8AC3E}">
        <p14:creationId xmlns:p14="http://schemas.microsoft.com/office/powerpoint/2010/main" val="154838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ABCF3-8133-6283-0B32-0AA491A00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5D024FB-41DA-AF68-5E05-C4A9625A4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List View</a:t>
            </a:r>
          </a:p>
        </p:txBody>
      </p: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199E70D8-6424-DF68-676C-191382451D9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2143" b="2143"/>
          <a:stretch/>
        </p:blipFill>
        <p:spPr/>
      </p:pic>
    </p:spTree>
    <p:extLst>
      <p:ext uri="{BB962C8B-B14F-4D97-AF65-F5344CB8AC3E}">
        <p14:creationId xmlns:p14="http://schemas.microsoft.com/office/powerpoint/2010/main" val="3375647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74176-F051-EECB-CA50-D6E847FEB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D8F9AC3-DDC2-5E69-44D4-2103D2376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Manage Access</a:t>
            </a:r>
          </a:p>
        </p:txBody>
      </p: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36F41067-6A9B-248C-BB16-9376D2F935F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9107" b="9107"/>
          <a:stretch/>
        </p:blipFill>
        <p:spPr>
          <a:xfrm>
            <a:off x="343199" y="1647000"/>
            <a:ext cx="17640001" cy="8333859"/>
          </a:xfrm>
        </p:spPr>
      </p:pic>
    </p:spTree>
    <p:extLst>
      <p:ext uri="{BB962C8B-B14F-4D97-AF65-F5344CB8AC3E}">
        <p14:creationId xmlns:p14="http://schemas.microsoft.com/office/powerpoint/2010/main" val="2498698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74176-F051-EECB-CA50-D6E847FEB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D8F9AC3-DDC2-5E69-44D4-2103D2376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Manage Access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52898742-7D9C-D455-5500-44DD47434F2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7652" b="7652"/>
          <a:stretch/>
        </p:blipFill>
        <p:spPr/>
      </p:pic>
    </p:spTree>
    <p:extLst>
      <p:ext uri="{BB962C8B-B14F-4D97-AF65-F5344CB8AC3E}">
        <p14:creationId xmlns:p14="http://schemas.microsoft.com/office/powerpoint/2010/main" val="126231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74176-F051-EECB-CA50-D6E847FEB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D8F9AC3-DDC2-5E69-44D4-2103D2376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Manage Access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81A595C8-E79E-8379-CEA2-2F0E17291A2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5128" b="5128"/>
          <a:stretch/>
        </p:blipFill>
        <p:spPr/>
      </p:pic>
    </p:spTree>
    <p:extLst>
      <p:ext uri="{BB962C8B-B14F-4D97-AF65-F5344CB8AC3E}">
        <p14:creationId xmlns:p14="http://schemas.microsoft.com/office/powerpoint/2010/main" val="2378652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D3D6D-3269-CDC4-C6FE-1DF37517E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D31A76-AF79-E867-F1D8-269AF3EBA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Manage Access</a:t>
            </a: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F1BAD030-CA51-21DD-C902-F7F1CA193A1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7971" b="7971"/>
          <a:stretch/>
        </p:blipFill>
        <p:spPr/>
      </p:pic>
    </p:spTree>
    <p:extLst>
      <p:ext uri="{BB962C8B-B14F-4D97-AF65-F5344CB8AC3E}">
        <p14:creationId xmlns:p14="http://schemas.microsoft.com/office/powerpoint/2010/main" val="377918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74176-F051-EECB-CA50-D6E847FEB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D8F9AC3-DDC2-5E69-44D4-2103D2376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Manage Access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1295BF0-07FF-D388-E5F8-53D9BECB2B2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5136" b="5136"/>
          <a:stretch/>
        </p:blipFill>
        <p:spPr/>
      </p:pic>
    </p:spTree>
    <p:extLst>
      <p:ext uri="{BB962C8B-B14F-4D97-AF65-F5344CB8AC3E}">
        <p14:creationId xmlns:p14="http://schemas.microsoft.com/office/powerpoint/2010/main" val="3709399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D3D6D-3269-CDC4-C6FE-1DF37517E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D31A76-AF79-E867-F1D8-269AF3EBA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Manage Access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47EB256-9E25-7464-493F-E10BB0BEDC7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434" r="434"/>
          <a:stretch/>
        </p:blipFill>
        <p:spPr/>
      </p:pic>
    </p:spTree>
    <p:extLst>
      <p:ext uri="{BB962C8B-B14F-4D97-AF65-F5344CB8AC3E}">
        <p14:creationId xmlns:p14="http://schemas.microsoft.com/office/powerpoint/2010/main" val="2598994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8F2D4-EE8F-6712-04E7-235CC71B0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63DFA8A-0AB8-71E6-C1B2-00CA52152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/>
              <a:t>Trash Screen</a:t>
            </a: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5EF63BF3-67CF-E7C0-1D8D-D270A1045BA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675" r="675"/>
          <a:stretch/>
        </p:blipFill>
        <p:spPr/>
      </p:pic>
    </p:spTree>
    <p:extLst>
      <p:ext uri="{BB962C8B-B14F-4D97-AF65-F5344CB8AC3E}">
        <p14:creationId xmlns:p14="http://schemas.microsoft.com/office/powerpoint/2010/main" val="33464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8F2D4-EE8F-6712-04E7-235CC71B0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63DFA8A-0AB8-71E6-C1B2-00CA52152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/>
              <a:t>Trash Screen</a:t>
            </a:r>
            <a:endParaRPr lang="en-US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5FF37A8C-E777-75F5-FF3D-A62CCD4BB39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127" b="127"/>
          <a:stretch/>
        </p:blipFill>
        <p:spPr/>
      </p:pic>
    </p:spTree>
    <p:extLst>
      <p:ext uri="{BB962C8B-B14F-4D97-AF65-F5344CB8AC3E}">
        <p14:creationId xmlns:p14="http://schemas.microsoft.com/office/powerpoint/2010/main" val="254741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03306-D96C-F23E-D98C-D03D10535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43EF90ED-AEED-A160-1BCE-A3CD84AD9E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383" y="2382"/>
          <a:ext cx="1841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43EF90ED-AEED-A160-1BCE-A3CD84AD9E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83" y="2382"/>
                        <a:ext cx="1841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9AC88A2-8CBC-9629-9F61-1ECA954DFDD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92" b="32292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28F7F58-5182-D291-B326-EF091C452E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013249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bv template EN">
  <a:themeElements>
    <a:clrScheme name="Custom 418">
      <a:dk1>
        <a:srgbClr val="333333"/>
      </a:dk1>
      <a:lt1>
        <a:srgbClr val="FFFFFF"/>
      </a:lt1>
      <a:dk2>
        <a:srgbClr val="CC071E"/>
      </a:dk2>
      <a:lt2>
        <a:srgbClr val="707173"/>
      </a:lt2>
      <a:accent1>
        <a:srgbClr val="707173"/>
      </a:accent1>
      <a:accent2>
        <a:srgbClr val="9C9E9F"/>
      </a:accent2>
      <a:accent3>
        <a:srgbClr val="B1B2B4"/>
      </a:accent3>
      <a:accent4>
        <a:srgbClr val="C6C7C8"/>
      </a:accent4>
      <a:accent5>
        <a:srgbClr val="D9DADB"/>
      </a:accent5>
      <a:accent6>
        <a:srgbClr val="ECECED"/>
      </a:accent6>
      <a:hlink>
        <a:srgbClr val="333333"/>
      </a:hlink>
      <a:folHlink>
        <a:srgbClr val="333333"/>
      </a:folHlink>
    </a:clrScheme>
    <a:fontScheme name="PTW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l" rtl="0">
          <a:spcAft>
            <a:spcPts val="600"/>
          </a:spcAft>
          <a:defRPr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noAutofit/>
      </a:bodyPr>
      <a:lstStyle>
        <a:defPPr marL="285750" indent="-285750" algn="l" rtl="0">
          <a:lnSpc>
            <a:spcPct val="120000"/>
          </a:lnSpc>
          <a:spcAft>
            <a:spcPts val="600"/>
          </a:spcAft>
          <a:buClr>
            <a:schemeClr val="tx1"/>
          </a:buClr>
          <a:buFont typeface="Arial" panose="020B0604020202020204" pitchFamily="34" charset="0"/>
          <a:buChar char="•"/>
          <a:defRPr dirty="0" err="1" smtClean="0"/>
        </a:defPPr>
      </a:lstStyle>
    </a:txDef>
  </a:objectDefaults>
  <a:extraClrSchemeLst/>
  <a:custClrLst>
    <a:custClr name="Custom Color 1">
      <a:srgbClr val="005194"/>
    </a:custClr>
    <a:custClr name="Custom Color 2">
      <a:srgbClr val="3374A9"/>
    </a:custClr>
    <a:custClr name="Custom Color 3">
      <a:srgbClr val="6697BF"/>
    </a:custClr>
    <a:custClr name="Custom Color 4">
      <a:srgbClr val="99B9D4"/>
    </a:custClr>
    <a:custClr name="BLANK">
      <a:srgbClr val="FFFFFF"/>
    </a:custClr>
    <a:custClr name="BLANK">
      <a:srgbClr val="FFFFFF"/>
    </a:custClr>
    <a:custClr name="Custom Color 7">
      <a:srgbClr val="F39800"/>
    </a:custClr>
    <a:custClr name="Custom Color 8">
      <a:srgbClr val="F5AD33"/>
    </a:custClr>
    <a:custClr name="Custom Color 9">
      <a:srgbClr val="F8C166"/>
    </a:custClr>
    <a:custClr name="Custom Color 10">
      <a:srgbClr val="FAD699"/>
    </a:custClr>
    <a:custClr name="Custom Color 11">
      <a:srgbClr val="005D39"/>
    </a:custClr>
    <a:custClr name="Custom Color 12">
      <a:srgbClr val="337D61"/>
    </a:custClr>
    <a:custClr name="Custom Color 13">
      <a:srgbClr val="669E88"/>
    </a:custClr>
    <a:custClr name="Custom Color 14">
      <a:srgbClr val="99BEB0"/>
    </a:custClr>
    <a:custClr name="BLANK">
      <a:srgbClr val="FFFFFF"/>
    </a:custClr>
    <a:custClr name="BLANK">
      <a:srgbClr val="FFFFFF"/>
    </a:custClr>
    <a:custClr name="Custom Color 17">
      <a:srgbClr val="5C154F"/>
    </a:custClr>
    <a:custClr name="Custom Color 18">
      <a:srgbClr val="7D4472"/>
    </a:custClr>
    <a:custClr name="Custom Color 19">
      <a:srgbClr val="9D7395"/>
    </a:custClr>
    <a:custClr name="Custom Color 20">
      <a:srgbClr val="BEA1B9"/>
    </a:custClr>
  </a:custClrLst>
  <a:extLst>
    <a:ext uri="{05A4C25C-085E-4340-85A3-A5531E510DB2}">
      <thm15:themeFamily xmlns:thm15="http://schemas.microsoft.com/office/thememl/2012/main" name="bbv Template EN.potx" id="{62510A1F-2EA7-4EA2-AAB4-F1C7937D1124}" vid="{EAF1E2DA-C1F8-46A6-B21C-C2C8E7E0A1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2916</TotalTime>
  <Words>5556</Words>
  <Application>Microsoft Office PowerPoint</Application>
  <PresentationFormat>Custom</PresentationFormat>
  <Paragraphs>1048</Paragraphs>
  <Slides>44</Slides>
  <Notes>42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Cascadia Mono</vt:lpstr>
      <vt:lpstr>Arial</vt:lpstr>
      <vt:lpstr>Calibri</vt:lpstr>
      <vt:lpstr>Aptos</vt:lpstr>
      <vt:lpstr>bbv template EN</vt:lpstr>
      <vt:lpstr>think-cell Slide</vt:lpstr>
      <vt:lpstr>Presentation on MS Lists Functionalities</vt:lpstr>
      <vt:lpstr>Agenda</vt:lpstr>
      <vt:lpstr>Introduction</vt:lpstr>
      <vt:lpstr>Introduction</vt:lpstr>
      <vt:lpstr>Key Functionalities</vt:lpstr>
      <vt:lpstr>Key Functionalities of MS Lists</vt:lpstr>
      <vt:lpstr>Dashboard Screen</vt:lpstr>
      <vt:lpstr>Dashboard Screen</vt:lpstr>
      <vt:lpstr>Dashboard Screen</vt:lpstr>
      <vt:lpstr>Dashboard Screen</vt:lpstr>
      <vt:lpstr>Dashboard Screen</vt:lpstr>
      <vt:lpstr>Dashboard Screen</vt:lpstr>
      <vt:lpstr>Create List Screen</vt:lpstr>
      <vt:lpstr>Create List From List Type</vt:lpstr>
      <vt:lpstr>Create List Screen</vt:lpstr>
      <vt:lpstr>Create List Screen</vt:lpstr>
      <vt:lpstr>Create List From Template</vt:lpstr>
      <vt:lpstr>Create List From Template</vt:lpstr>
      <vt:lpstr>Template View &amp; Template Column</vt:lpstr>
      <vt:lpstr>Template View &amp; Template Column</vt:lpstr>
      <vt:lpstr>List Management</vt:lpstr>
      <vt:lpstr>List Management</vt:lpstr>
      <vt:lpstr>List Row Detail</vt:lpstr>
      <vt:lpstr>List Row Detail</vt:lpstr>
      <vt:lpstr>List Dynamic Column</vt:lpstr>
      <vt:lpstr>List Dynamic Column</vt:lpstr>
      <vt:lpstr>Dynamic Column Setting</vt:lpstr>
      <vt:lpstr>Dynamic Column Setting</vt:lpstr>
      <vt:lpstr>Dynamic Column Setting</vt:lpstr>
      <vt:lpstr>Dynamic Column Setting</vt:lpstr>
      <vt:lpstr>System Column</vt:lpstr>
      <vt:lpstr>System Column</vt:lpstr>
      <vt:lpstr>List View</vt:lpstr>
      <vt:lpstr>List View</vt:lpstr>
      <vt:lpstr>List View</vt:lpstr>
      <vt:lpstr>Manage Access</vt:lpstr>
      <vt:lpstr>Manage Access</vt:lpstr>
      <vt:lpstr>Manage Access</vt:lpstr>
      <vt:lpstr>Manage Access</vt:lpstr>
      <vt:lpstr>Manage Access</vt:lpstr>
      <vt:lpstr>Manage Access</vt:lpstr>
      <vt:lpstr>Trash Screen</vt:lpstr>
      <vt:lpstr>Trash Screen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Young Professional Internship Program</dc:title>
  <dc:creator>Dũng Trần</dc:creator>
  <cp:lastModifiedBy>Dũng Trần</cp:lastModifiedBy>
  <cp:revision>24</cp:revision>
  <dcterms:created xsi:type="dcterms:W3CDTF">2006-08-16T00:00:00Z</dcterms:created>
  <dcterms:modified xsi:type="dcterms:W3CDTF">2025-08-12T10:41:30Z</dcterms:modified>
  <dc:identifier>DAGuFyPGShM</dc:identifier>
</cp:coreProperties>
</file>
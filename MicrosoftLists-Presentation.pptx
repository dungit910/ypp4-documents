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7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8.xml" ContentType="application/vnd.openxmlformats-officedocument.presentationml.tags+xml"/>
  <Override PartName="/ppt/notesSlides/notesSlide5.xml" ContentType="application/vnd.openxmlformats-officedocument.presentationml.notesSlide+xml"/>
  <Override PartName="/ppt/tags/tag29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30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1.xml" ContentType="application/vnd.openxmlformats-officedocument.presentationml.tags+xml"/>
  <Override PartName="/ppt/notesSlides/notesSlide36.xml" ContentType="application/vnd.openxmlformats-officedocument.presentationml.notesSlide+xml"/>
  <Override PartName="/ppt/tags/tag32.xml" ContentType="application/vnd.openxmlformats-officedocument.presentationml.tags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notesMasterIdLst>
    <p:notesMasterId r:id="rId42"/>
  </p:notesMasterIdLst>
  <p:sldIdLst>
    <p:sldId id="321" r:id="rId3"/>
    <p:sldId id="330" r:id="rId4"/>
    <p:sldId id="290" r:id="rId5"/>
    <p:sldId id="331" r:id="rId6"/>
    <p:sldId id="294" r:id="rId7"/>
    <p:sldId id="2145705951" r:id="rId8"/>
    <p:sldId id="2145705925" r:id="rId9"/>
    <p:sldId id="2145705952" r:id="rId10"/>
    <p:sldId id="2145705988" r:id="rId11"/>
    <p:sldId id="2145706005" r:id="rId12"/>
    <p:sldId id="2145706025" r:id="rId13"/>
    <p:sldId id="2145706026" r:id="rId14"/>
    <p:sldId id="2145705990" r:id="rId15"/>
    <p:sldId id="2145705991" r:id="rId16"/>
    <p:sldId id="2145705978" r:id="rId17"/>
    <p:sldId id="2145706010" r:id="rId18"/>
    <p:sldId id="2145706009" r:id="rId19"/>
    <p:sldId id="2145705992" r:id="rId20"/>
    <p:sldId id="2145705998" r:id="rId21"/>
    <p:sldId id="2145706019" r:id="rId22"/>
    <p:sldId id="2145706007" r:id="rId23"/>
    <p:sldId id="2145706008" r:id="rId24"/>
    <p:sldId id="2145706011" r:id="rId25"/>
    <p:sldId id="2145706021" r:id="rId26"/>
    <p:sldId id="2145706012" r:id="rId27"/>
    <p:sldId id="2145706023" r:id="rId28"/>
    <p:sldId id="2145706013" r:id="rId29"/>
    <p:sldId id="2145706017" r:id="rId30"/>
    <p:sldId id="2145706018" r:id="rId31"/>
    <p:sldId id="2145706014" r:id="rId32"/>
    <p:sldId id="2145706016" r:id="rId33"/>
    <p:sldId id="2145706022" r:id="rId34"/>
    <p:sldId id="2145706024" r:id="rId35"/>
    <p:sldId id="2145706015" r:id="rId36"/>
    <p:sldId id="2145706004" r:id="rId37"/>
    <p:sldId id="2145705823" r:id="rId38"/>
    <p:sldId id="2145705934" r:id="rId39"/>
    <p:sldId id="2145705791" r:id="rId40"/>
    <p:sldId id="2145705742" r:id="rId41"/>
  </p:sldIdLst>
  <p:sldSz cx="18288000" cy="10287000"/>
  <p:notesSz cx="6858000" cy="9144000"/>
  <p:embeddedFontLst>
    <p:embeddedFont>
      <p:font typeface="Cascadia Mono" panose="020B0609020000020004" pitchFamily="49" charset="0"/>
      <p:regular r:id="rId43"/>
      <p:bold r:id="rId44"/>
      <p:italic r:id="rId45"/>
      <p:boldItalic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05"/>
            <p14:sldId id="2145706025"/>
            <p14:sldId id="2145706026"/>
            <p14:sldId id="2145705990"/>
            <p14:sldId id="2145705991"/>
            <p14:sldId id="2145705978"/>
            <p14:sldId id="2145706010"/>
            <p14:sldId id="2145706009"/>
            <p14:sldId id="2145705992"/>
            <p14:sldId id="2145705998"/>
            <p14:sldId id="2145706019"/>
            <p14:sldId id="2145706007"/>
            <p14:sldId id="2145706008"/>
            <p14:sldId id="2145706011"/>
            <p14:sldId id="2145706021"/>
            <p14:sldId id="2145706012"/>
            <p14:sldId id="2145706023"/>
            <p14:sldId id="2145706013"/>
            <p14:sldId id="2145706017"/>
            <p14:sldId id="2145706018"/>
            <p14:sldId id="2145706014"/>
            <p14:sldId id="2145706016"/>
            <p14:sldId id="2145706022"/>
            <p14:sldId id="2145706024"/>
            <p14:sldId id="2145706015"/>
            <p14:sldId id="2145706004"/>
            <p14:sldId id="2145705823"/>
            <p14:sldId id="2145705934"/>
            <p14:sldId id="2145705791"/>
            <p14:sldId id="2145705742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88235" autoAdjust="0"/>
  </p:normalViewPr>
  <p:slideViewPr>
    <p:cSldViewPr>
      <p:cViewPr varScale="1">
        <p:scale>
          <a:sx n="49" d="100"/>
          <a:sy n="49" d="100"/>
        </p:scale>
        <p:origin x="1042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1.fntdata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4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7FE4-70E3-1B5F-CCF9-11A8EB13F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4255DC-C8D7-EF03-0A34-D81132ABF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0FB94B-802A-CACD-3338-346A21899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4AA4E-FAC9-2C83-83C4-44AD52945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255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CB74-3AD0-0E34-F02F-3EABC5E34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32A95-6536-3193-DD80-0A9AD02D0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5B40CB-1DA1-A424-8384-3FB42873F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1E967-2A97-6EA2-F357-FF1925B62E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2345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5088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69594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3A3A-6ACC-AB08-E680-1ABEE3F68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9F422A-7A7A-11A9-17A0-8F3CA8AE9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E641E-7494-F124-EB41-351045A7C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34E0-16BB-81FB-FD50-ECA5C0B420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9416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86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20054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1600-1335-5F0E-9E0A-E271E66D4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7D4E5-D91A-3E34-6F44-FD73F4E2A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9FA8D-E17F-3200-B35B-E411E27C7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2208F-BFBB-563F-7208-942FE8D00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76854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4D124-AD52-D05F-48B0-9D77A512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4FB84-DDE4-EF79-0B16-8407A1C0B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2997B-7F9F-6ABB-B078-348784718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8FC66-8523-E2EA-FD1D-EE040E3C15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27015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4CCA-C3B4-516C-25A0-F98631C06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5CE4A6-DE49-E700-5150-955A69E32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BAD9F-4139-8F56-F348-DB3D094F0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DBC40-CBD7-A9E8-6C95-8D976F1C2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61065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45200-00AD-0C3B-E9EF-616CEAC02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19716-02C8-0F1D-00E4-9257777E4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01E8D-9E80-A4EB-AA21-B96559929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93D24-BE39-C590-93B8-C38EEF31F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50308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701D4-58A9-7CEE-FCEC-DD3E9FBC5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240BA-C427-A255-9D70-005CB5F23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A3D27-537B-60ED-DFB6-AC7EFF9C4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981E-B4A0-7010-8754-B98F8DA88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65945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47317-0955-6CA9-57BF-464D15FBA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67AB7-32E5-AF3F-1F38-02C0C6E0A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835A5D-BEBB-0C42-CE71-39414A4A3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890C3-32FC-6F53-F29B-38C21B026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57055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27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emf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5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1.xml"/><Relationship Id="rId6" Type="http://schemas.openxmlformats.org/officeDocument/2006/relationships/image" Target="../media/image52.png"/><Relationship Id="rId5" Type="http://schemas.openxmlformats.org/officeDocument/2006/relationships/image" Target="../media/image51.emf"/><Relationship Id="rId4" Type="http://schemas.openxmlformats.org/officeDocument/2006/relationships/oleObject" Target="../embeddings/oleObject29.bin"/><Relationship Id="rId9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7" Type="http://schemas.openxmlformats.org/officeDocument/2006/relationships/image" Target="../media/image5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57.png"/><Relationship Id="rId5" Type="http://schemas.openxmlformats.org/officeDocument/2006/relationships/image" Target="../media/image56.emf"/><Relationship Id="rId4" Type="http://schemas.openxmlformats.org/officeDocument/2006/relationships/oleObject" Target="../embeddings/oleObject30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</a:t>
            </a:r>
            <a:r>
              <a:rPr lang="en-GB"/>
              <a:t>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Ypp 4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664639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966F8B3D-7E59-7423-D60A-E56F9456754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171" b="1171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Dashboard Entities</a:t>
            </a:r>
          </a:p>
        </p:txBody>
      </p:sp>
      <p:pic>
        <p:nvPicPr>
          <p:cNvPr id="80" name="Picture Placeholder 79">
            <a:extLst>
              <a:ext uri="{FF2B5EF4-FFF2-40B4-BE49-F238E27FC236}">
                <a16:creationId xmlns:a16="http://schemas.microsoft.com/office/drawing/2014/main" id="{1CA424A7-5090-245F-1D78-00BBBD24103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28" b="2028"/>
          <a:stretch/>
        </p:blipFill>
        <p:spPr/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58D5B8-4BCE-F3FD-F2DB-AA51CF997B6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2" b="192"/>
          <a:stretch/>
        </p:blipFill>
        <p:spPr/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6BBBD55-07DF-6EDE-006B-2FD4251C41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606" b="3606"/>
          <a:stretch/>
        </p:blipFill>
        <p:spPr/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148836-0D2D-E5BA-C795-DB2F2F3DC4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90497-41CA-ECB4-231B-C6FE0AA703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0AC3EC-57F2-2BF4-87F3-8DD9EE81AFA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t="8009" b="8009"/>
          <a:stretch>
            <a:fillRect/>
          </a:stretch>
        </p:blipFill>
        <p:spPr>
          <a:xfrm>
            <a:off x="647999" y="1799400"/>
            <a:ext cx="16992003" cy="8210112"/>
          </a:xfrm>
        </p:spPr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A0E0-7C8E-06E3-284F-F1B7A6D1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94DC190-E5C8-4167-A117-EA5AB5751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Sample Data</a:t>
            </a:r>
          </a:p>
        </p:txBody>
      </p:sp>
      <p:pic>
        <p:nvPicPr>
          <p:cNvPr id="6" name="Picture Placeholder 5" descr="A diagram of a computer&#10;&#10;AI-generated content may be incorrect.">
            <a:extLst>
              <a:ext uri="{FF2B5EF4-FFF2-40B4-BE49-F238E27FC236}">
                <a16:creationId xmlns:a16="http://schemas.microsoft.com/office/drawing/2014/main" id="{6540A3CE-BEED-12FC-75E0-82A3B40B3D4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28" b="97"/>
          <a:stretch>
            <a:fillRect/>
          </a:stretch>
        </p:blipFill>
        <p:spPr>
          <a:xfrm>
            <a:off x="1389943" y="1647000"/>
            <a:ext cx="15508115" cy="7850001"/>
          </a:xfrm>
        </p:spPr>
      </p:pic>
    </p:spTree>
    <p:extLst>
      <p:ext uri="{BB962C8B-B14F-4D97-AF65-F5344CB8AC3E}">
        <p14:creationId xmlns:p14="http://schemas.microsoft.com/office/powerpoint/2010/main" val="239744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75818-D265-C143-A82E-97E110C51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0C479B3-9CF2-783C-17BC-3FC2C75EE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Sample Data</a:t>
            </a:r>
          </a:p>
        </p:txBody>
      </p:sp>
      <p:pic>
        <p:nvPicPr>
          <p:cNvPr id="5" name="Picture Placeholder 4" descr="A list of tasks on a sheet of paper&#10;&#10;AI-generated content may be incorrect.">
            <a:extLst>
              <a:ext uri="{FF2B5EF4-FFF2-40B4-BE49-F238E27FC236}">
                <a16:creationId xmlns:a16="http://schemas.microsoft.com/office/drawing/2014/main" id="{0B4C9DE7-8898-DE59-9B63-5288714AA6E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2"/>
          <a:stretch>
            <a:fillRect/>
          </a:stretch>
        </p:blipFill>
        <p:spPr>
          <a:xfrm>
            <a:off x="647998" y="1647001"/>
            <a:ext cx="16992005" cy="6379091"/>
          </a:xfrm>
        </p:spPr>
      </p:pic>
    </p:spTree>
    <p:extLst>
      <p:ext uri="{BB962C8B-B14F-4D97-AF65-F5344CB8AC3E}">
        <p14:creationId xmlns:p14="http://schemas.microsoft.com/office/powerpoint/2010/main" val="4069575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2A84C92-65C8-AE48-DEEA-242353DDFEF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18"/>
          <a:stretch>
            <a:fillRect/>
          </a:stretch>
        </p:blipFill>
        <p:spPr>
          <a:xfrm>
            <a:off x="0" y="1647000"/>
            <a:ext cx="18288000" cy="8640000"/>
          </a:xfrm>
        </p:spPr>
      </p:pic>
    </p:spTree>
    <p:extLst>
      <p:ext uri="{BB962C8B-B14F-4D97-AF65-F5344CB8AC3E}">
        <p14:creationId xmlns:p14="http://schemas.microsoft.com/office/powerpoint/2010/main" val="742914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4E7FB5-540E-7BB7-2F21-809ABB327FE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814" t="14163" r="-5814" b="11567"/>
          <a:stretch>
            <a:fillRect/>
          </a:stretch>
        </p:blipFill>
        <p:spPr>
          <a:xfrm>
            <a:off x="0" y="1647450"/>
            <a:ext cx="18288000" cy="8639100"/>
          </a:xfrm>
          <a:noFill/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</p:spTree>
    <p:extLst>
      <p:ext uri="{BB962C8B-B14F-4D97-AF65-F5344CB8AC3E}">
        <p14:creationId xmlns:p14="http://schemas.microsoft.com/office/powerpoint/2010/main" val="256287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FC20-957F-E597-13A6-F543A870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9D86470-0489-106E-14C9-D4696E67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Entities</a:t>
            </a:r>
          </a:p>
        </p:txBody>
      </p:sp>
      <p:pic>
        <p:nvPicPr>
          <p:cNvPr id="15" name="Picture Placeholder 14" descr="A diagram of a computer&#10;&#10;AI-generated content may be incorrect.">
            <a:extLst>
              <a:ext uri="{FF2B5EF4-FFF2-40B4-BE49-F238E27FC236}">
                <a16:creationId xmlns:a16="http://schemas.microsoft.com/office/drawing/2014/main" id="{48EFA83C-8081-CC55-481B-4BB20E5AAD9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4"/>
          <a:stretch>
            <a:fillRect/>
          </a:stretch>
        </p:blipFill>
        <p:spPr>
          <a:xfrm>
            <a:off x="647998" y="1647000"/>
            <a:ext cx="16992005" cy="6116118"/>
          </a:xfrm>
        </p:spPr>
      </p:pic>
    </p:spTree>
    <p:extLst>
      <p:ext uri="{BB962C8B-B14F-4D97-AF65-F5344CB8AC3E}">
        <p14:creationId xmlns:p14="http://schemas.microsoft.com/office/powerpoint/2010/main" val="3678948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945676-F6C4-7CD7-F98C-94A0F487CCC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18"/>
          <a:stretch>
            <a:fillRect/>
          </a:stretch>
        </p:blipFill>
        <p:spPr>
          <a:xfrm>
            <a:off x="647998" y="1647000"/>
            <a:ext cx="16992005" cy="8027718"/>
          </a:xfrm>
        </p:spPr>
      </p:pic>
    </p:spTree>
    <p:extLst>
      <p:ext uri="{BB962C8B-B14F-4D97-AF65-F5344CB8AC3E}">
        <p14:creationId xmlns:p14="http://schemas.microsoft.com/office/powerpoint/2010/main" val="2065409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39445B-7E5C-1C02-5061-D619D35E510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1" t="21596" r="2142" b="5607"/>
          <a:stretch>
            <a:fillRect/>
          </a:stretch>
        </p:blipFill>
        <p:spPr>
          <a:xfrm>
            <a:off x="648000" y="1647001"/>
            <a:ext cx="16992003" cy="7288340"/>
          </a:xfrm>
        </p:spPr>
      </p:pic>
    </p:spTree>
    <p:extLst>
      <p:ext uri="{BB962C8B-B14F-4D97-AF65-F5344CB8AC3E}">
        <p14:creationId xmlns:p14="http://schemas.microsoft.com/office/powerpoint/2010/main" val="3849953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</a:t>
            </a:r>
          </a:p>
        </p:txBody>
      </p:sp>
      <p:pic>
        <p:nvPicPr>
          <p:cNvPr id="11" name="Picture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D913B1-935B-382A-D64F-8C493FA4D37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41D4A-5197-4EE0-99C6-D16E6E33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61D64CC-BB0C-D2E7-5CB6-549EA6FE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Entities</a:t>
            </a:r>
          </a:p>
        </p:txBody>
      </p:sp>
      <p:pic>
        <p:nvPicPr>
          <p:cNvPr id="10" name="Picture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77D46F-883A-4E43-C570-DBE431B0FE4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44"/>
          <a:stretch>
            <a:fillRect/>
          </a:stretch>
        </p:blipFill>
        <p:spPr>
          <a:xfrm>
            <a:off x="647999" y="1647002"/>
            <a:ext cx="16878003" cy="6135363"/>
          </a:xfrm>
        </p:spPr>
      </p:pic>
    </p:spTree>
    <p:extLst>
      <p:ext uri="{BB962C8B-B14F-4D97-AF65-F5344CB8AC3E}">
        <p14:creationId xmlns:p14="http://schemas.microsoft.com/office/powerpoint/2010/main" val="221947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 Setting</a:t>
            </a:r>
          </a:p>
        </p:txBody>
      </p:sp>
      <p:pic>
        <p:nvPicPr>
          <p:cNvPr id="11" name="Picture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73A998-350F-4FF5-0F36-2B884A7F75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1FE-27B2-BD9A-75FF-96FAB6CC5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45AC86-4383-E46B-9025-7140C3927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 Setting Entities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0B1A061-7F46-8518-F702-6C65407587B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-184" b="566"/>
          <a:stretch>
            <a:fillRect/>
          </a:stretch>
        </p:blipFill>
        <p:spPr>
          <a:xfrm>
            <a:off x="647998" y="1647000"/>
            <a:ext cx="16992005" cy="6985947"/>
          </a:xfrm>
        </p:spPr>
      </p:pic>
    </p:spTree>
    <p:extLst>
      <p:ext uri="{BB962C8B-B14F-4D97-AF65-F5344CB8AC3E}">
        <p14:creationId xmlns:p14="http://schemas.microsoft.com/office/powerpoint/2010/main" val="167307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5" name="Picture Placeholder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F1F8A1-2CF5-CB8C-F068-4B27AAB82B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7" r="180"/>
          <a:stretch>
            <a:fillRect/>
          </a:stretch>
        </p:blipFill>
        <p:spPr>
          <a:xfrm>
            <a:off x="3069772" y="1647000"/>
            <a:ext cx="12148457" cy="8640000"/>
          </a:xfrm>
        </p:spPr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687D-585A-D598-01E2-2F6EFA9F7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D5A7C6D-E99A-546E-A5A6-394C7A2EB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 Entities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30F6A0-CE23-0619-E321-B7F040286C1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130"/>
          <a:stretch>
            <a:fillRect/>
          </a:stretch>
        </p:blipFill>
        <p:spPr>
          <a:xfrm>
            <a:off x="647998" y="1647002"/>
            <a:ext cx="16986860" cy="7186056"/>
          </a:xfrm>
        </p:spPr>
      </p:pic>
    </p:spTree>
    <p:extLst>
      <p:ext uri="{BB962C8B-B14F-4D97-AF65-F5344CB8AC3E}">
        <p14:creationId xmlns:p14="http://schemas.microsoft.com/office/powerpoint/2010/main" val="98399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E945-4E22-B789-684A-201150198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AAD71D-C359-19F2-4466-45BA7C207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 Sample Data</a:t>
            </a:r>
          </a:p>
        </p:txBody>
      </p:sp>
      <p:pic>
        <p:nvPicPr>
          <p:cNvPr id="4" name="Picture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D55256-DB90-15B6-29C3-00DA194F69F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417"/>
          <a:stretch>
            <a:fillRect/>
          </a:stretch>
        </p:blipFill>
        <p:spPr>
          <a:xfrm>
            <a:off x="647998" y="1647000"/>
            <a:ext cx="16992005" cy="5286747"/>
          </a:xfrm>
        </p:spPr>
      </p:pic>
    </p:spTree>
    <p:extLst>
      <p:ext uri="{BB962C8B-B14F-4D97-AF65-F5344CB8AC3E}">
        <p14:creationId xmlns:p14="http://schemas.microsoft.com/office/powerpoint/2010/main" val="4177852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A6299011-E8CA-ECA8-EC51-11439714D8B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4" name="Picture Placeholder 3" descr="A screenshot of a chat&#10;&#10;AI-generated content may be incorrect.">
            <a:extLst>
              <a:ext uri="{FF2B5EF4-FFF2-40B4-BE49-F238E27FC236}">
                <a16:creationId xmlns:a16="http://schemas.microsoft.com/office/drawing/2014/main" id="{A2D34B8B-3887-EBFA-4D46-8D70675496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46274-33D8-1813-1409-C7BB7617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F0FAEAA-EE44-CEEB-4EF5-CF4A3D02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 Entities</a:t>
            </a:r>
          </a:p>
        </p:txBody>
      </p:sp>
      <p:pic>
        <p:nvPicPr>
          <p:cNvPr id="5" name="Picture Placeholder 4" descr="A diagram of a data flow&#10;&#10;AI-generated content may be incorrect.">
            <a:extLst>
              <a:ext uri="{FF2B5EF4-FFF2-40B4-BE49-F238E27FC236}">
                <a16:creationId xmlns:a16="http://schemas.microsoft.com/office/drawing/2014/main" id="{18C207E9-9D6E-DD67-DB19-1515B410C52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8" r="205"/>
          <a:stretch>
            <a:fillRect/>
          </a:stretch>
        </p:blipFill>
        <p:spPr>
          <a:xfrm>
            <a:off x="2810024" y="1647000"/>
            <a:ext cx="12667952" cy="7865112"/>
          </a:xfrm>
        </p:spPr>
      </p:pic>
    </p:spTree>
    <p:extLst>
      <p:ext uri="{BB962C8B-B14F-4D97-AF65-F5344CB8AC3E}">
        <p14:creationId xmlns:p14="http://schemas.microsoft.com/office/powerpoint/2010/main" val="411910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FD0C0-BBE2-736B-6DB9-EEBA4825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661A88-CE61-8704-DE90-3646700B9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 Sample Data</a:t>
            </a:r>
          </a:p>
        </p:txBody>
      </p:sp>
      <p:pic>
        <p:nvPicPr>
          <p:cNvPr id="4" name="Picture Placeholder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94C8C31-6CE5-9517-A2A5-6AE0FA29DC6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16"/>
          <a:stretch>
            <a:fillRect/>
          </a:stretch>
        </p:blipFill>
        <p:spPr>
          <a:xfrm>
            <a:off x="647999" y="1647002"/>
            <a:ext cx="17030403" cy="5217597"/>
          </a:xfrm>
        </p:spPr>
      </p:pic>
    </p:spTree>
    <p:extLst>
      <p:ext uri="{BB962C8B-B14F-4D97-AF65-F5344CB8AC3E}">
        <p14:creationId xmlns:p14="http://schemas.microsoft.com/office/powerpoint/2010/main" val="3024083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Trash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31B2A2-9EEE-B83A-77AB-6E4855A2F8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09" b="9"/>
          <a:stretch>
            <a:fillRect/>
          </a:stretch>
        </p:blipFill>
        <p:spPr>
          <a:xfrm>
            <a:off x="647998" y="1647000"/>
            <a:ext cx="16992005" cy="8027718"/>
          </a:xfrm>
        </p:spPr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647998" y="1647825"/>
            <a:ext cx="16994684" cy="799385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371600">
              <a:spcAft>
                <a:spcPts val="900"/>
              </a:spcAft>
            </a:pPr>
            <a:endParaRPr lang="en-GB" sz="27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1296000" y="6369243"/>
            <a:ext cx="15703200" cy="221599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371600"/>
            <a:r>
              <a:rPr lang="en-GB" sz="7200">
                <a:solidFill>
                  <a:srgbClr val="333333"/>
                </a:solidFill>
                <a:latin typeface="Arial"/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642939" y="2295000"/>
            <a:ext cx="3475449" cy="7346682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216000" tIns="216000" rIns="144000" bIns="288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1371566">
              <a:spcAft>
                <a:spcPts val="2400"/>
              </a:spcAft>
            </a:pPr>
            <a:r>
              <a:rPr lang="en-GB" sz="3200" b="1" kern="1200" spc="6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Working area</a:t>
            </a:r>
          </a:p>
          <a:p>
            <a:pPr lvl="3" defTabSz="1371566">
              <a:spcAft>
                <a:spcPts val="2400"/>
              </a:spcAft>
            </a:pP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Depending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on the slide, a single-column layout, a 2-column or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3-column layout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is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used.</a:t>
            </a:r>
          </a:p>
          <a:p>
            <a:pPr lvl="3" defTabSz="1371566">
              <a:spcAft>
                <a:spcPts val="2400"/>
              </a:spcAft>
            </a:pP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Display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the ruler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and guides in the «View» tab.</a:t>
            </a:r>
            <a:endParaRPr lang="en-GB" sz="2400" spc="0" dirty="0">
              <a:solidFill>
                <a:srgbClr val="FFFFFF"/>
              </a:solidFill>
              <a:latin typeface="Arial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4672266" y="6179597"/>
            <a:ext cx="6005295" cy="3328331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11637387" y="6161139"/>
            <a:ext cx="6005295" cy="3346788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7643331" y="3236120"/>
            <a:ext cx="6912000" cy="2106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371600">
                <a:spcAft>
                  <a:spcPts val="900"/>
                </a:spcAft>
              </a:pPr>
              <a:endParaRPr lang="en-GB" sz="2700" dirty="0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5214854" cy="1647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6685143" y="3259545"/>
            <a:ext cx="0" cy="6382137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9750194" y="4827911"/>
            <a:ext cx="2001929" cy="646331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Main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10309237" y="3259546"/>
            <a:ext cx="904160" cy="8188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13532507" y="3259546"/>
            <a:ext cx="904160" cy="8188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white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14605112" y="3259546"/>
            <a:ext cx="904160" cy="8188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8160389" y="3259546"/>
            <a:ext cx="904160" cy="8188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white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12458084" y="3259546"/>
            <a:ext cx="904160" cy="8188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6753969" y="3259546"/>
            <a:ext cx="904160" cy="81884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5679538" y="3259457"/>
            <a:ext cx="904160" cy="81768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11383669" y="3259546"/>
            <a:ext cx="904160" cy="8188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7085966" y="3259546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9227983" y="3259546"/>
            <a:ext cx="904160" cy="818843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10303635" y="4328413"/>
            <a:ext cx="904146" cy="326063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642938" y="3236120"/>
            <a:ext cx="3186000" cy="6405551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3429000" lvl="5" defTabSz="1371600"/>
            <a:endParaRPr lang="en-GB" sz="270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16" y="3609144"/>
            <a:ext cx="2949362" cy="2119854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766607" y="6069414"/>
            <a:ext cx="2959170" cy="103065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766607" y="8542122"/>
            <a:ext cx="2959170" cy="813864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766607" y="7405389"/>
            <a:ext cx="2959170" cy="813864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787009" y="7405390"/>
            <a:ext cx="2938769" cy="19505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755">
                <a:defRPr/>
              </a:pPr>
              <a:endParaRPr lang="en-GB" sz="2201">
                <a:solidFill>
                  <a:prstClr val="black"/>
                </a:solidFill>
                <a:latin typeface="Arial"/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4642171" y="3800695"/>
            <a:ext cx="1989218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33333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4642172" y="4743407"/>
            <a:ext cx="1664751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CC071E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4642163" y="8044285"/>
            <a:ext cx="1664756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E3061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4064966" y="3985085"/>
            <a:ext cx="326063" cy="284594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4064966" y="4397367"/>
            <a:ext cx="326063" cy="1331628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4064966" y="7405389"/>
            <a:ext cx="326063" cy="1970463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4642172" y="6269035"/>
            <a:ext cx="1664751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33333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4064966" y="6021989"/>
            <a:ext cx="326063" cy="1120160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7105844" y="6402809"/>
            <a:ext cx="904160" cy="818843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10329115" y="6402809"/>
            <a:ext cx="904160" cy="818843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9254690" y="6402809"/>
            <a:ext cx="904160" cy="818843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8180267" y="6402809"/>
            <a:ext cx="904160" cy="818843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13552385" y="6402809"/>
            <a:ext cx="904160" cy="818843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14624990" y="6402809"/>
            <a:ext cx="904160" cy="818843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5699416" y="6402809"/>
            <a:ext cx="904160" cy="818843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6773847" y="6402809"/>
            <a:ext cx="904160" cy="818843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7105844" y="7396724"/>
            <a:ext cx="904160" cy="818843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10329115" y="7396724"/>
            <a:ext cx="904160" cy="818843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9254690" y="7396724"/>
            <a:ext cx="904160" cy="818843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8180267" y="7396724"/>
            <a:ext cx="904160" cy="818843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13552385" y="7396724"/>
            <a:ext cx="904160" cy="818843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14624990" y="7396724"/>
            <a:ext cx="904160" cy="818843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5699416" y="7396724"/>
            <a:ext cx="904160" cy="818843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6773847" y="7396724"/>
            <a:ext cx="904160" cy="818843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7142878" y="5896167"/>
            <a:ext cx="10502186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829915" y="4357970"/>
            <a:ext cx="2809547" cy="12798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755">
                <a:defRPr/>
              </a:pPr>
              <a:endParaRPr lang="en-GB" sz="2201">
                <a:solidFill>
                  <a:prstClr val="black"/>
                </a:solidFill>
                <a:latin typeface="Arial"/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7078076" y="4328413"/>
            <a:ext cx="1986437" cy="326063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7085966" y="4827910"/>
            <a:ext cx="197855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Default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12609572" y="4827910"/>
            <a:ext cx="378000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11383669" y="4328413"/>
            <a:ext cx="6239120" cy="326063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7078076" y="8492185"/>
            <a:ext cx="4155197" cy="326063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7105844" y="8991683"/>
            <a:ext cx="4127435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12458084" y="6402809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11383660" y="6402809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12458084" y="7396724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11383660" y="7396724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13522804" y="8492185"/>
            <a:ext cx="4155197" cy="326063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13550572" y="8991683"/>
            <a:ext cx="4127435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1624</TotalTime>
  <Words>2889</Words>
  <Application>Microsoft Office PowerPoint</Application>
  <PresentationFormat>Custom</PresentationFormat>
  <Paragraphs>561</Paragraphs>
  <Slides>39</Slides>
  <Notes>37</Notes>
  <HiddenSlides>3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Cascadia Mono</vt:lpstr>
      <vt:lpstr>Aptos</vt:lpstr>
      <vt:lpstr>Arial</vt:lpstr>
      <vt:lpstr>Calibri</vt:lpstr>
      <vt:lpstr>Office Theme</vt:lpstr>
      <vt:lpstr>bbv template EN</vt:lpstr>
      <vt:lpstr>think-cell Slide</vt:lpstr>
      <vt:lpstr>PowerPoint Presentation</vt:lpstr>
      <vt:lpstr>Ypp 4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Entities</vt:lpstr>
      <vt:lpstr>Dashboard Screen</vt:lpstr>
      <vt:lpstr>Dashboard Screen</vt:lpstr>
      <vt:lpstr>Create List Screen</vt:lpstr>
      <vt:lpstr>Create List From List Type</vt:lpstr>
      <vt:lpstr>Create List Screen</vt:lpstr>
      <vt:lpstr>Create List Sample Data</vt:lpstr>
      <vt:lpstr>Create List Sample Data</vt:lpstr>
      <vt:lpstr>Create List From Template</vt:lpstr>
      <vt:lpstr>Template View &amp; Template Column</vt:lpstr>
      <vt:lpstr>Template Entities</vt:lpstr>
      <vt:lpstr>List Management</vt:lpstr>
      <vt:lpstr>List Row Detail</vt:lpstr>
      <vt:lpstr>List Column</vt:lpstr>
      <vt:lpstr>List Entities</vt:lpstr>
      <vt:lpstr>List Column Setting</vt:lpstr>
      <vt:lpstr>List Column Setting Entities</vt:lpstr>
      <vt:lpstr>List View</vt:lpstr>
      <vt:lpstr>List View Entities</vt:lpstr>
      <vt:lpstr>List View Sample Data</vt:lpstr>
      <vt:lpstr>Manage Access</vt:lpstr>
      <vt:lpstr>Manage Access</vt:lpstr>
      <vt:lpstr>Manage Access Entities</vt:lpstr>
      <vt:lpstr>Manage Access Sample Data</vt:lpstr>
      <vt:lpstr>Trash</vt:lpstr>
      <vt:lpstr>Q&amp;A</vt:lpstr>
      <vt:lpstr>PowerPoint Presentation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12</cp:revision>
  <dcterms:created xsi:type="dcterms:W3CDTF">2006-08-16T00:00:00Z</dcterms:created>
  <dcterms:modified xsi:type="dcterms:W3CDTF">2025-08-08T08:20:28Z</dcterms:modified>
  <dc:identifier>DAGuFyPGShM</dc:identifier>
</cp:coreProperties>
</file>